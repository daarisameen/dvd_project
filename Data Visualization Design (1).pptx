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0" r:id="rId6"/>
    <p:sldId id="314" r:id="rId7"/>
    <p:sldId id="313" r:id="rId8"/>
    <p:sldId id="305" r:id="rId9"/>
    <p:sldId id="302" r:id="rId10"/>
    <p:sldId id="304" r:id="rId11"/>
    <p:sldId id="306" r:id="rId12"/>
    <p:sldId id="307" r:id="rId13"/>
    <p:sldId id="308" r:id="rId14"/>
    <p:sldId id="309" r:id="rId15"/>
    <p:sldId id="310" r:id="rId16"/>
    <p:sldId id="311" r:id="rId17"/>
    <p:sldId id="31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64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61128C-B7BF-447F-8298-8AF8BFB341F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06D02A6-FE43-4944-B3C6-2FE4430C2CEE}">
      <dgm:prSet phldrT="[Text]" phldr="0"/>
      <dgm:spPr/>
      <dgm:t>
        <a:bodyPr/>
        <a:lstStyle/>
        <a:p>
          <a:r>
            <a:rPr lang="en-US" dirty="0"/>
            <a:t>Marketplace </a:t>
          </a:r>
        </a:p>
      </dgm:t>
    </dgm:pt>
    <dgm:pt modelId="{1B5E9CA5-95E7-432D-B4CE-42E597233F88}" type="parTrans" cxnId="{1C5D36DE-F4AE-475A-BC24-9E274CFE906D}">
      <dgm:prSet/>
      <dgm:spPr/>
      <dgm:t>
        <a:bodyPr/>
        <a:lstStyle/>
        <a:p>
          <a:endParaRPr lang="en-US"/>
        </a:p>
      </dgm:t>
    </dgm:pt>
    <dgm:pt modelId="{4CD5F667-EE03-49D4-ABD5-7B9C4DD01067}" type="sibTrans" cxnId="{1C5D36DE-F4AE-475A-BC24-9E274CFE906D}">
      <dgm:prSet/>
      <dgm:spPr/>
      <dgm:t>
        <a:bodyPr/>
        <a:lstStyle/>
        <a:p>
          <a:endParaRPr lang="en-US"/>
        </a:p>
      </dgm:t>
    </dgm:pt>
    <dgm:pt modelId="{7CC446D3-B743-454A-8669-15015950FBB0}">
      <dgm:prSet phldrT="[Text]" phldr="0"/>
      <dgm:spPr/>
      <dgm:t>
        <a:bodyPr/>
        <a:lstStyle/>
        <a:p>
          <a:r>
            <a:rPr lang="en-US" dirty="0"/>
            <a:t>Grow seller base fast </a:t>
          </a:r>
        </a:p>
        <a:p>
          <a:r>
            <a:rPr lang="en-US" dirty="0"/>
            <a:t>Onboard aggressively </a:t>
          </a:r>
        </a:p>
      </dgm:t>
    </dgm:pt>
    <dgm:pt modelId="{491DEFC3-A827-4F45-BA56-3F643BF7DCFD}" type="parTrans" cxnId="{35CBBF8E-07F3-4134-A267-EADBF2C30B4C}">
      <dgm:prSet/>
      <dgm:spPr/>
      <dgm:t>
        <a:bodyPr/>
        <a:lstStyle/>
        <a:p>
          <a:endParaRPr lang="en-US"/>
        </a:p>
      </dgm:t>
    </dgm:pt>
    <dgm:pt modelId="{3D2A799A-C284-43CC-9150-D823D4273CA4}" type="sibTrans" cxnId="{35CBBF8E-07F3-4134-A267-EADBF2C30B4C}">
      <dgm:prSet/>
      <dgm:spPr/>
      <dgm:t>
        <a:bodyPr/>
        <a:lstStyle/>
        <a:p>
          <a:endParaRPr lang="en-US"/>
        </a:p>
      </dgm:t>
    </dgm:pt>
    <dgm:pt modelId="{86576720-9D78-4095-BC3C-8DC6A07169B0}">
      <dgm:prSet phldrT="[Text]" phldr="0"/>
      <dgm:spPr/>
      <dgm:t>
        <a:bodyPr/>
        <a:lstStyle/>
        <a:p>
          <a:r>
            <a:rPr lang="en-US" dirty="0"/>
            <a:t>Risk to quality</a:t>
          </a:r>
        </a:p>
        <a:p>
          <a:r>
            <a:rPr lang="en-US" dirty="0"/>
            <a:t>Late, poor ,unhappy</a:t>
          </a:r>
        </a:p>
      </dgm:t>
    </dgm:pt>
    <dgm:pt modelId="{E60215B8-A5D2-40A5-89AC-37B4800E8205}" type="parTrans" cxnId="{E714D75F-AB8C-4914-A928-D146E5EE2426}">
      <dgm:prSet/>
      <dgm:spPr/>
      <dgm:t>
        <a:bodyPr/>
        <a:lstStyle/>
        <a:p>
          <a:endParaRPr lang="en-US"/>
        </a:p>
      </dgm:t>
    </dgm:pt>
    <dgm:pt modelId="{FF128309-02F9-43AD-9D5D-64A89CFF415E}" type="sibTrans" cxnId="{E714D75F-AB8C-4914-A928-D146E5EE2426}">
      <dgm:prSet/>
      <dgm:spPr/>
      <dgm:t>
        <a:bodyPr/>
        <a:lstStyle/>
        <a:p>
          <a:endParaRPr lang="en-US"/>
        </a:p>
      </dgm:t>
    </dgm:pt>
    <dgm:pt modelId="{3D658698-86E6-48F3-B391-99E88D4D291E}">
      <dgm:prSet phldrT="[Text]" phldr="0"/>
      <dgm:spPr/>
      <dgm:t>
        <a:bodyPr/>
        <a:lstStyle/>
        <a:p>
          <a:r>
            <a:rPr lang="en-US" dirty="0"/>
            <a:t>Protect quality</a:t>
          </a:r>
        </a:p>
        <a:p>
          <a:r>
            <a:rPr lang="en-US" dirty="0"/>
            <a:t>Cut weak sellers</a:t>
          </a:r>
        </a:p>
      </dgm:t>
    </dgm:pt>
    <dgm:pt modelId="{1FD3C143-5405-4929-9CCF-EE3A9EDBBE01}" type="parTrans" cxnId="{3179C2F0-4790-40E3-BE7B-D5CFF62277DC}">
      <dgm:prSet/>
      <dgm:spPr/>
      <dgm:t>
        <a:bodyPr/>
        <a:lstStyle/>
        <a:p>
          <a:endParaRPr lang="en-US"/>
        </a:p>
      </dgm:t>
    </dgm:pt>
    <dgm:pt modelId="{30D19E58-AB5F-414F-8E22-9D9ED652E780}" type="sibTrans" cxnId="{3179C2F0-4790-40E3-BE7B-D5CFF62277DC}">
      <dgm:prSet/>
      <dgm:spPr/>
      <dgm:t>
        <a:bodyPr/>
        <a:lstStyle/>
        <a:p>
          <a:endParaRPr lang="en-US"/>
        </a:p>
      </dgm:t>
    </dgm:pt>
    <dgm:pt modelId="{8BEC17A3-983E-4DF1-BDD4-B62576DBE22E}">
      <dgm:prSet phldrT="[Text]" phldr="0"/>
      <dgm:spPr/>
      <dgm:t>
        <a:bodyPr/>
        <a:lstStyle/>
        <a:p>
          <a:r>
            <a:rPr lang="en-US" dirty="0"/>
            <a:t>Slower growth </a:t>
          </a:r>
        </a:p>
        <a:p>
          <a:r>
            <a:rPr lang="en-US" dirty="0"/>
            <a:t>Smaller catalogue </a:t>
          </a:r>
        </a:p>
      </dgm:t>
    </dgm:pt>
    <dgm:pt modelId="{320EB69A-6A4F-42CE-A350-C04078BD53CF}" type="parTrans" cxnId="{1B5A83E0-6549-4BBB-B5FB-F862809AD8C5}">
      <dgm:prSet/>
      <dgm:spPr/>
      <dgm:t>
        <a:bodyPr/>
        <a:lstStyle/>
        <a:p>
          <a:endParaRPr lang="en-US"/>
        </a:p>
      </dgm:t>
    </dgm:pt>
    <dgm:pt modelId="{A5227845-27FA-47B6-B578-30A897167AA9}" type="sibTrans" cxnId="{1B5A83E0-6549-4BBB-B5FB-F862809AD8C5}">
      <dgm:prSet/>
      <dgm:spPr/>
      <dgm:t>
        <a:bodyPr/>
        <a:lstStyle/>
        <a:p>
          <a:endParaRPr lang="en-US"/>
        </a:p>
      </dgm:t>
    </dgm:pt>
    <dgm:pt modelId="{0E46CA7C-4395-4945-8136-D452BAD6FA1D}" type="pres">
      <dgm:prSet presAssocID="{5961128C-B7BF-447F-8298-8AF8BFB341F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560EB82-F5EC-4412-96FD-3A3169876CBD}" type="pres">
      <dgm:prSet presAssocID="{806D02A6-FE43-4944-B3C6-2FE4430C2CEE}" presName="hierRoot1" presStyleCnt="0"/>
      <dgm:spPr/>
    </dgm:pt>
    <dgm:pt modelId="{3032A0B6-48FA-4082-94D0-54D227BE7B1E}" type="pres">
      <dgm:prSet presAssocID="{806D02A6-FE43-4944-B3C6-2FE4430C2CEE}" presName="composite" presStyleCnt="0"/>
      <dgm:spPr/>
    </dgm:pt>
    <dgm:pt modelId="{9175C0F3-AC92-484E-8FA6-97350E37EBC7}" type="pres">
      <dgm:prSet presAssocID="{806D02A6-FE43-4944-B3C6-2FE4430C2CEE}" presName="background" presStyleLbl="node0" presStyleIdx="0" presStyleCnt="1"/>
      <dgm:spPr/>
    </dgm:pt>
    <dgm:pt modelId="{0ADEA4F2-966E-46E9-B8D6-3D0BC1BCE02D}" type="pres">
      <dgm:prSet presAssocID="{806D02A6-FE43-4944-B3C6-2FE4430C2CEE}" presName="text" presStyleLbl="fgAcc0" presStyleIdx="0" presStyleCnt="1" custLinFactNeighborX="615" custLinFactNeighborY="-947">
        <dgm:presLayoutVars>
          <dgm:chPref val="3"/>
        </dgm:presLayoutVars>
      </dgm:prSet>
      <dgm:spPr/>
    </dgm:pt>
    <dgm:pt modelId="{A890847B-DFB3-4C1B-B95E-76BC560388B9}" type="pres">
      <dgm:prSet presAssocID="{806D02A6-FE43-4944-B3C6-2FE4430C2CEE}" presName="hierChild2" presStyleCnt="0"/>
      <dgm:spPr/>
    </dgm:pt>
    <dgm:pt modelId="{AB95E0D7-4012-4272-BEF1-B9FF6E9D4BCC}" type="pres">
      <dgm:prSet presAssocID="{491DEFC3-A827-4F45-BA56-3F643BF7DCFD}" presName="Name10" presStyleLbl="parChTrans1D2" presStyleIdx="0" presStyleCnt="2"/>
      <dgm:spPr/>
    </dgm:pt>
    <dgm:pt modelId="{A48C79E3-F3F7-415C-9FE3-D86700C1D725}" type="pres">
      <dgm:prSet presAssocID="{7CC446D3-B743-454A-8669-15015950FBB0}" presName="hierRoot2" presStyleCnt="0"/>
      <dgm:spPr/>
    </dgm:pt>
    <dgm:pt modelId="{D00088EC-455E-488A-807B-A79D3A8E969C}" type="pres">
      <dgm:prSet presAssocID="{7CC446D3-B743-454A-8669-15015950FBB0}" presName="composite2" presStyleCnt="0"/>
      <dgm:spPr/>
    </dgm:pt>
    <dgm:pt modelId="{D4E93323-6457-43E7-A7ED-8E473100C93D}" type="pres">
      <dgm:prSet presAssocID="{7CC446D3-B743-454A-8669-15015950FBB0}" presName="background2" presStyleLbl="node2" presStyleIdx="0" presStyleCnt="2"/>
      <dgm:spPr/>
    </dgm:pt>
    <dgm:pt modelId="{3DC9A790-B0B7-4B94-935B-7FEE996658DC}" type="pres">
      <dgm:prSet presAssocID="{7CC446D3-B743-454A-8669-15015950FBB0}" presName="text2" presStyleLbl="fgAcc2" presStyleIdx="0" presStyleCnt="2">
        <dgm:presLayoutVars>
          <dgm:chPref val="3"/>
        </dgm:presLayoutVars>
      </dgm:prSet>
      <dgm:spPr/>
    </dgm:pt>
    <dgm:pt modelId="{3DCA9BEA-0C82-4B3D-AA53-C92AB4E429CD}" type="pres">
      <dgm:prSet presAssocID="{7CC446D3-B743-454A-8669-15015950FBB0}" presName="hierChild3" presStyleCnt="0"/>
      <dgm:spPr/>
    </dgm:pt>
    <dgm:pt modelId="{E02702E3-DDE3-406C-9CEA-BA1CCBFBA757}" type="pres">
      <dgm:prSet presAssocID="{E60215B8-A5D2-40A5-89AC-37B4800E8205}" presName="Name17" presStyleLbl="parChTrans1D3" presStyleIdx="0" presStyleCnt="2"/>
      <dgm:spPr/>
    </dgm:pt>
    <dgm:pt modelId="{6C94C692-04CC-4A20-A05F-401790C0EE87}" type="pres">
      <dgm:prSet presAssocID="{86576720-9D78-4095-BC3C-8DC6A07169B0}" presName="hierRoot3" presStyleCnt="0"/>
      <dgm:spPr/>
    </dgm:pt>
    <dgm:pt modelId="{E8874F20-D782-4715-9987-1CFF811ED066}" type="pres">
      <dgm:prSet presAssocID="{86576720-9D78-4095-BC3C-8DC6A07169B0}" presName="composite3" presStyleCnt="0"/>
      <dgm:spPr/>
    </dgm:pt>
    <dgm:pt modelId="{0CC6D99C-04C6-4A7F-AD9D-EFEC997F2494}" type="pres">
      <dgm:prSet presAssocID="{86576720-9D78-4095-BC3C-8DC6A07169B0}" presName="background3" presStyleLbl="node3" presStyleIdx="0" presStyleCnt="2"/>
      <dgm:spPr/>
    </dgm:pt>
    <dgm:pt modelId="{1E402847-B882-46A8-8AA8-D6C8C3367042}" type="pres">
      <dgm:prSet presAssocID="{86576720-9D78-4095-BC3C-8DC6A07169B0}" presName="text3" presStyleLbl="fgAcc3" presStyleIdx="0" presStyleCnt="2">
        <dgm:presLayoutVars>
          <dgm:chPref val="3"/>
        </dgm:presLayoutVars>
      </dgm:prSet>
      <dgm:spPr/>
    </dgm:pt>
    <dgm:pt modelId="{E2742DA8-DCAD-4AE1-A694-A09AF29F8628}" type="pres">
      <dgm:prSet presAssocID="{86576720-9D78-4095-BC3C-8DC6A07169B0}" presName="hierChild4" presStyleCnt="0"/>
      <dgm:spPr/>
    </dgm:pt>
    <dgm:pt modelId="{F973CB7A-397E-42D0-831F-30E2CE719187}" type="pres">
      <dgm:prSet presAssocID="{1FD3C143-5405-4929-9CCF-EE3A9EDBBE01}" presName="Name10" presStyleLbl="parChTrans1D2" presStyleIdx="1" presStyleCnt="2"/>
      <dgm:spPr/>
    </dgm:pt>
    <dgm:pt modelId="{0D1E1085-22D2-4D7E-B8D9-E4FAB1410470}" type="pres">
      <dgm:prSet presAssocID="{3D658698-86E6-48F3-B391-99E88D4D291E}" presName="hierRoot2" presStyleCnt="0"/>
      <dgm:spPr/>
    </dgm:pt>
    <dgm:pt modelId="{1DDCA8D8-5D2F-40CF-A620-9EB5A08D41F4}" type="pres">
      <dgm:prSet presAssocID="{3D658698-86E6-48F3-B391-99E88D4D291E}" presName="composite2" presStyleCnt="0"/>
      <dgm:spPr/>
    </dgm:pt>
    <dgm:pt modelId="{01AADA27-5934-44CF-A26C-2105FBD633BD}" type="pres">
      <dgm:prSet presAssocID="{3D658698-86E6-48F3-B391-99E88D4D291E}" presName="background2" presStyleLbl="node2" presStyleIdx="1" presStyleCnt="2"/>
      <dgm:spPr/>
    </dgm:pt>
    <dgm:pt modelId="{D567D8F2-CF81-472D-917F-66808CB6F508}" type="pres">
      <dgm:prSet presAssocID="{3D658698-86E6-48F3-B391-99E88D4D291E}" presName="text2" presStyleLbl="fgAcc2" presStyleIdx="1" presStyleCnt="2">
        <dgm:presLayoutVars>
          <dgm:chPref val="3"/>
        </dgm:presLayoutVars>
      </dgm:prSet>
      <dgm:spPr/>
    </dgm:pt>
    <dgm:pt modelId="{7B930FE2-045B-4E83-AF17-FB2B482F0AC7}" type="pres">
      <dgm:prSet presAssocID="{3D658698-86E6-48F3-B391-99E88D4D291E}" presName="hierChild3" presStyleCnt="0"/>
      <dgm:spPr/>
    </dgm:pt>
    <dgm:pt modelId="{EAF057AB-0351-4E3E-BDF9-2D7118D46619}" type="pres">
      <dgm:prSet presAssocID="{320EB69A-6A4F-42CE-A350-C04078BD53CF}" presName="Name17" presStyleLbl="parChTrans1D3" presStyleIdx="1" presStyleCnt="2"/>
      <dgm:spPr/>
    </dgm:pt>
    <dgm:pt modelId="{B2C503D8-D8C6-45ED-893B-9070D1E6346C}" type="pres">
      <dgm:prSet presAssocID="{8BEC17A3-983E-4DF1-BDD4-B62576DBE22E}" presName="hierRoot3" presStyleCnt="0"/>
      <dgm:spPr/>
    </dgm:pt>
    <dgm:pt modelId="{2D9A39D1-A0B7-4DF6-97D6-DB9771DBF139}" type="pres">
      <dgm:prSet presAssocID="{8BEC17A3-983E-4DF1-BDD4-B62576DBE22E}" presName="composite3" presStyleCnt="0"/>
      <dgm:spPr/>
    </dgm:pt>
    <dgm:pt modelId="{AF5C7B16-709B-418C-9962-FF5FA7B747AD}" type="pres">
      <dgm:prSet presAssocID="{8BEC17A3-983E-4DF1-BDD4-B62576DBE22E}" presName="background3" presStyleLbl="node3" presStyleIdx="1" presStyleCnt="2"/>
      <dgm:spPr/>
    </dgm:pt>
    <dgm:pt modelId="{192252E0-EEF9-400B-8D68-88EE4A200D2A}" type="pres">
      <dgm:prSet presAssocID="{8BEC17A3-983E-4DF1-BDD4-B62576DBE22E}" presName="text3" presStyleLbl="fgAcc3" presStyleIdx="1" presStyleCnt="2">
        <dgm:presLayoutVars>
          <dgm:chPref val="3"/>
        </dgm:presLayoutVars>
      </dgm:prSet>
      <dgm:spPr/>
    </dgm:pt>
    <dgm:pt modelId="{9F46D2FA-97E4-4AFB-9676-CAF635638C2C}" type="pres">
      <dgm:prSet presAssocID="{8BEC17A3-983E-4DF1-BDD4-B62576DBE22E}" presName="hierChild4" presStyleCnt="0"/>
      <dgm:spPr/>
    </dgm:pt>
  </dgm:ptLst>
  <dgm:cxnLst>
    <dgm:cxn modelId="{C7B5FE03-FE7B-4D5A-BE8B-DC7E40246463}" type="presOf" srcId="{86576720-9D78-4095-BC3C-8DC6A07169B0}" destId="{1E402847-B882-46A8-8AA8-D6C8C3367042}" srcOrd="0" destOrd="0" presId="urn:microsoft.com/office/officeart/2005/8/layout/hierarchy1"/>
    <dgm:cxn modelId="{CEBBD509-8C92-462E-A66A-49AE1E638453}" type="presOf" srcId="{E60215B8-A5D2-40A5-89AC-37B4800E8205}" destId="{E02702E3-DDE3-406C-9CEA-BA1CCBFBA757}" srcOrd="0" destOrd="0" presId="urn:microsoft.com/office/officeart/2005/8/layout/hierarchy1"/>
    <dgm:cxn modelId="{B897F60A-2736-4824-859C-1C348ADB21BE}" type="presOf" srcId="{8BEC17A3-983E-4DF1-BDD4-B62576DBE22E}" destId="{192252E0-EEF9-400B-8D68-88EE4A200D2A}" srcOrd="0" destOrd="0" presId="urn:microsoft.com/office/officeart/2005/8/layout/hierarchy1"/>
    <dgm:cxn modelId="{977FEE20-0E04-40DB-84F9-735A85D7E38F}" type="presOf" srcId="{806D02A6-FE43-4944-B3C6-2FE4430C2CEE}" destId="{0ADEA4F2-966E-46E9-B8D6-3D0BC1BCE02D}" srcOrd="0" destOrd="0" presId="urn:microsoft.com/office/officeart/2005/8/layout/hierarchy1"/>
    <dgm:cxn modelId="{69671D3C-008B-4FFA-BCEA-6461B5689F49}" type="presOf" srcId="{1FD3C143-5405-4929-9CCF-EE3A9EDBBE01}" destId="{F973CB7A-397E-42D0-831F-30E2CE719187}" srcOrd="0" destOrd="0" presId="urn:microsoft.com/office/officeart/2005/8/layout/hierarchy1"/>
    <dgm:cxn modelId="{E714D75F-AB8C-4914-A928-D146E5EE2426}" srcId="{7CC446D3-B743-454A-8669-15015950FBB0}" destId="{86576720-9D78-4095-BC3C-8DC6A07169B0}" srcOrd="0" destOrd="0" parTransId="{E60215B8-A5D2-40A5-89AC-37B4800E8205}" sibTransId="{FF128309-02F9-43AD-9D5D-64A89CFF415E}"/>
    <dgm:cxn modelId="{617B8672-2CE6-4F65-B16E-2530E483AFF2}" type="presOf" srcId="{320EB69A-6A4F-42CE-A350-C04078BD53CF}" destId="{EAF057AB-0351-4E3E-BDF9-2D7118D46619}" srcOrd="0" destOrd="0" presId="urn:microsoft.com/office/officeart/2005/8/layout/hierarchy1"/>
    <dgm:cxn modelId="{35CBBF8E-07F3-4134-A267-EADBF2C30B4C}" srcId="{806D02A6-FE43-4944-B3C6-2FE4430C2CEE}" destId="{7CC446D3-B743-454A-8669-15015950FBB0}" srcOrd="0" destOrd="0" parTransId="{491DEFC3-A827-4F45-BA56-3F643BF7DCFD}" sibTransId="{3D2A799A-C284-43CC-9150-D823D4273CA4}"/>
    <dgm:cxn modelId="{2E900DA1-8A92-46F0-8495-60D52B06C47D}" type="presOf" srcId="{5961128C-B7BF-447F-8298-8AF8BFB341FF}" destId="{0E46CA7C-4395-4945-8136-D452BAD6FA1D}" srcOrd="0" destOrd="0" presId="urn:microsoft.com/office/officeart/2005/8/layout/hierarchy1"/>
    <dgm:cxn modelId="{4D0470A4-5DFE-4C57-A046-C395949C4FEE}" type="presOf" srcId="{491DEFC3-A827-4F45-BA56-3F643BF7DCFD}" destId="{AB95E0D7-4012-4272-BEF1-B9FF6E9D4BCC}" srcOrd="0" destOrd="0" presId="urn:microsoft.com/office/officeart/2005/8/layout/hierarchy1"/>
    <dgm:cxn modelId="{9167CBC0-5179-4892-B59B-A277662DDEE5}" type="presOf" srcId="{7CC446D3-B743-454A-8669-15015950FBB0}" destId="{3DC9A790-B0B7-4B94-935B-7FEE996658DC}" srcOrd="0" destOrd="0" presId="urn:microsoft.com/office/officeart/2005/8/layout/hierarchy1"/>
    <dgm:cxn modelId="{AF3CE0C2-7C32-494C-8195-217D1A430CD0}" type="presOf" srcId="{3D658698-86E6-48F3-B391-99E88D4D291E}" destId="{D567D8F2-CF81-472D-917F-66808CB6F508}" srcOrd="0" destOrd="0" presId="urn:microsoft.com/office/officeart/2005/8/layout/hierarchy1"/>
    <dgm:cxn modelId="{1C5D36DE-F4AE-475A-BC24-9E274CFE906D}" srcId="{5961128C-B7BF-447F-8298-8AF8BFB341FF}" destId="{806D02A6-FE43-4944-B3C6-2FE4430C2CEE}" srcOrd="0" destOrd="0" parTransId="{1B5E9CA5-95E7-432D-B4CE-42E597233F88}" sibTransId="{4CD5F667-EE03-49D4-ABD5-7B9C4DD01067}"/>
    <dgm:cxn modelId="{1B5A83E0-6549-4BBB-B5FB-F862809AD8C5}" srcId="{3D658698-86E6-48F3-B391-99E88D4D291E}" destId="{8BEC17A3-983E-4DF1-BDD4-B62576DBE22E}" srcOrd="0" destOrd="0" parTransId="{320EB69A-6A4F-42CE-A350-C04078BD53CF}" sibTransId="{A5227845-27FA-47B6-B578-30A897167AA9}"/>
    <dgm:cxn modelId="{3179C2F0-4790-40E3-BE7B-D5CFF62277DC}" srcId="{806D02A6-FE43-4944-B3C6-2FE4430C2CEE}" destId="{3D658698-86E6-48F3-B391-99E88D4D291E}" srcOrd="1" destOrd="0" parTransId="{1FD3C143-5405-4929-9CCF-EE3A9EDBBE01}" sibTransId="{30D19E58-AB5F-414F-8E22-9D9ED652E780}"/>
    <dgm:cxn modelId="{71F05104-D34A-4481-A6FC-AB625F027A40}" type="presParOf" srcId="{0E46CA7C-4395-4945-8136-D452BAD6FA1D}" destId="{5560EB82-F5EC-4412-96FD-3A3169876CBD}" srcOrd="0" destOrd="0" presId="urn:microsoft.com/office/officeart/2005/8/layout/hierarchy1"/>
    <dgm:cxn modelId="{DB5B919A-9221-496E-85AC-B48B64E63260}" type="presParOf" srcId="{5560EB82-F5EC-4412-96FD-3A3169876CBD}" destId="{3032A0B6-48FA-4082-94D0-54D227BE7B1E}" srcOrd="0" destOrd="0" presId="urn:microsoft.com/office/officeart/2005/8/layout/hierarchy1"/>
    <dgm:cxn modelId="{2BCC88D5-AFD2-4290-8AA3-B3FA802490A6}" type="presParOf" srcId="{3032A0B6-48FA-4082-94D0-54D227BE7B1E}" destId="{9175C0F3-AC92-484E-8FA6-97350E37EBC7}" srcOrd="0" destOrd="0" presId="urn:microsoft.com/office/officeart/2005/8/layout/hierarchy1"/>
    <dgm:cxn modelId="{AB5AE4D3-E3B0-4A6F-8E1F-D101F3F15BED}" type="presParOf" srcId="{3032A0B6-48FA-4082-94D0-54D227BE7B1E}" destId="{0ADEA4F2-966E-46E9-B8D6-3D0BC1BCE02D}" srcOrd="1" destOrd="0" presId="urn:microsoft.com/office/officeart/2005/8/layout/hierarchy1"/>
    <dgm:cxn modelId="{28DEE5FC-4204-46C2-BA23-2C5F5AA30681}" type="presParOf" srcId="{5560EB82-F5EC-4412-96FD-3A3169876CBD}" destId="{A890847B-DFB3-4C1B-B95E-76BC560388B9}" srcOrd="1" destOrd="0" presId="urn:microsoft.com/office/officeart/2005/8/layout/hierarchy1"/>
    <dgm:cxn modelId="{85D15022-0CFC-4BF3-A80C-F54E93C42753}" type="presParOf" srcId="{A890847B-DFB3-4C1B-B95E-76BC560388B9}" destId="{AB95E0D7-4012-4272-BEF1-B9FF6E9D4BCC}" srcOrd="0" destOrd="0" presId="urn:microsoft.com/office/officeart/2005/8/layout/hierarchy1"/>
    <dgm:cxn modelId="{FE490FBA-2E51-4512-908A-44138C1FCBEF}" type="presParOf" srcId="{A890847B-DFB3-4C1B-B95E-76BC560388B9}" destId="{A48C79E3-F3F7-415C-9FE3-D86700C1D725}" srcOrd="1" destOrd="0" presId="urn:microsoft.com/office/officeart/2005/8/layout/hierarchy1"/>
    <dgm:cxn modelId="{6EFCBDA9-1342-4875-AFF7-E47B1F7557F5}" type="presParOf" srcId="{A48C79E3-F3F7-415C-9FE3-D86700C1D725}" destId="{D00088EC-455E-488A-807B-A79D3A8E969C}" srcOrd="0" destOrd="0" presId="urn:microsoft.com/office/officeart/2005/8/layout/hierarchy1"/>
    <dgm:cxn modelId="{85A69697-1F13-498E-B7D9-E25A6DDECC2A}" type="presParOf" srcId="{D00088EC-455E-488A-807B-A79D3A8E969C}" destId="{D4E93323-6457-43E7-A7ED-8E473100C93D}" srcOrd="0" destOrd="0" presId="urn:microsoft.com/office/officeart/2005/8/layout/hierarchy1"/>
    <dgm:cxn modelId="{0BD8A668-D8BD-4D06-8F9F-3E901718AE44}" type="presParOf" srcId="{D00088EC-455E-488A-807B-A79D3A8E969C}" destId="{3DC9A790-B0B7-4B94-935B-7FEE996658DC}" srcOrd="1" destOrd="0" presId="urn:microsoft.com/office/officeart/2005/8/layout/hierarchy1"/>
    <dgm:cxn modelId="{C6F5DD23-D375-462F-8755-6900B1A8A089}" type="presParOf" srcId="{A48C79E3-F3F7-415C-9FE3-D86700C1D725}" destId="{3DCA9BEA-0C82-4B3D-AA53-C92AB4E429CD}" srcOrd="1" destOrd="0" presId="urn:microsoft.com/office/officeart/2005/8/layout/hierarchy1"/>
    <dgm:cxn modelId="{1565D252-A0E5-430F-81F8-7BA0315EB6C0}" type="presParOf" srcId="{3DCA9BEA-0C82-4B3D-AA53-C92AB4E429CD}" destId="{E02702E3-DDE3-406C-9CEA-BA1CCBFBA757}" srcOrd="0" destOrd="0" presId="urn:microsoft.com/office/officeart/2005/8/layout/hierarchy1"/>
    <dgm:cxn modelId="{03014818-9C81-4995-8F35-F06848CABDEF}" type="presParOf" srcId="{3DCA9BEA-0C82-4B3D-AA53-C92AB4E429CD}" destId="{6C94C692-04CC-4A20-A05F-401790C0EE87}" srcOrd="1" destOrd="0" presId="urn:microsoft.com/office/officeart/2005/8/layout/hierarchy1"/>
    <dgm:cxn modelId="{907E9971-799C-43EE-816B-8698277E53D5}" type="presParOf" srcId="{6C94C692-04CC-4A20-A05F-401790C0EE87}" destId="{E8874F20-D782-4715-9987-1CFF811ED066}" srcOrd="0" destOrd="0" presId="urn:microsoft.com/office/officeart/2005/8/layout/hierarchy1"/>
    <dgm:cxn modelId="{9B98DE15-70EB-44EA-B394-E5BFABCBE8E6}" type="presParOf" srcId="{E8874F20-D782-4715-9987-1CFF811ED066}" destId="{0CC6D99C-04C6-4A7F-AD9D-EFEC997F2494}" srcOrd="0" destOrd="0" presId="urn:microsoft.com/office/officeart/2005/8/layout/hierarchy1"/>
    <dgm:cxn modelId="{88F9808D-564A-4AB2-BFA1-96B29B0A4ECE}" type="presParOf" srcId="{E8874F20-D782-4715-9987-1CFF811ED066}" destId="{1E402847-B882-46A8-8AA8-D6C8C3367042}" srcOrd="1" destOrd="0" presId="urn:microsoft.com/office/officeart/2005/8/layout/hierarchy1"/>
    <dgm:cxn modelId="{63F6B825-37CE-42A5-90DF-7590637FDE50}" type="presParOf" srcId="{6C94C692-04CC-4A20-A05F-401790C0EE87}" destId="{E2742DA8-DCAD-4AE1-A694-A09AF29F8628}" srcOrd="1" destOrd="0" presId="urn:microsoft.com/office/officeart/2005/8/layout/hierarchy1"/>
    <dgm:cxn modelId="{9013AC92-1511-4866-9895-C498354F2737}" type="presParOf" srcId="{A890847B-DFB3-4C1B-B95E-76BC560388B9}" destId="{F973CB7A-397E-42D0-831F-30E2CE719187}" srcOrd="2" destOrd="0" presId="urn:microsoft.com/office/officeart/2005/8/layout/hierarchy1"/>
    <dgm:cxn modelId="{340B09C8-FFAA-4A1F-A5C4-42FA64A61479}" type="presParOf" srcId="{A890847B-DFB3-4C1B-B95E-76BC560388B9}" destId="{0D1E1085-22D2-4D7E-B8D9-E4FAB1410470}" srcOrd="3" destOrd="0" presId="urn:microsoft.com/office/officeart/2005/8/layout/hierarchy1"/>
    <dgm:cxn modelId="{00D840D5-0FF4-4DE9-B1E7-7B32B81B9DBB}" type="presParOf" srcId="{0D1E1085-22D2-4D7E-B8D9-E4FAB1410470}" destId="{1DDCA8D8-5D2F-40CF-A620-9EB5A08D41F4}" srcOrd="0" destOrd="0" presId="urn:microsoft.com/office/officeart/2005/8/layout/hierarchy1"/>
    <dgm:cxn modelId="{D965CFF2-A6AE-4500-A001-E68710772BD1}" type="presParOf" srcId="{1DDCA8D8-5D2F-40CF-A620-9EB5A08D41F4}" destId="{01AADA27-5934-44CF-A26C-2105FBD633BD}" srcOrd="0" destOrd="0" presId="urn:microsoft.com/office/officeart/2005/8/layout/hierarchy1"/>
    <dgm:cxn modelId="{07D5C7AE-765C-4886-B3CE-544FC771F10F}" type="presParOf" srcId="{1DDCA8D8-5D2F-40CF-A620-9EB5A08D41F4}" destId="{D567D8F2-CF81-472D-917F-66808CB6F508}" srcOrd="1" destOrd="0" presId="urn:microsoft.com/office/officeart/2005/8/layout/hierarchy1"/>
    <dgm:cxn modelId="{F2838572-EB56-4CD5-BEF6-6F9BC2238DAA}" type="presParOf" srcId="{0D1E1085-22D2-4D7E-B8D9-E4FAB1410470}" destId="{7B930FE2-045B-4E83-AF17-FB2B482F0AC7}" srcOrd="1" destOrd="0" presId="urn:microsoft.com/office/officeart/2005/8/layout/hierarchy1"/>
    <dgm:cxn modelId="{2471B8BB-02DE-4218-B202-966228C3039C}" type="presParOf" srcId="{7B930FE2-045B-4E83-AF17-FB2B482F0AC7}" destId="{EAF057AB-0351-4E3E-BDF9-2D7118D46619}" srcOrd="0" destOrd="0" presId="urn:microsoft.com/office/officeart/2005/8/layout/hierarchy1"/>
    <dgm:cxn modelId="{65FF7A4B-4FB1-48D1-B4E5-00A86233C44D}" type="presParOf" srcId="{7B930FE2-045B-4E83-AF17-FB2B482F0AC7}" destId="{B2C503D8-D8C6-45ED-893B-9070D1E6346C}" srcOrd="1" destOrd="0" presId="urn:microsoft.com/office/officeart/2005/8/layout/hierarchy1"/>
    <dgm:cxn modelId="{390E6141-2110-42FF-884B-4D3A9BACFC04}" type="presParOf" srcId="{B2C503D8-D8C6-45ED-893B-9070D1E6346C}" destId="{2D9A39D1-A0B7-4DF6-97D6-DB9771DBF139}" srcOrd="0" destOrd="0" presId="urn:microsoft.com/office/officeart/2005/8/layout/hierarchy1"/>
    <dgm:cxn modelId="{E57EF7F0-EFAE-4934-A8EE-E56ACEF3D8D3}" type="presParOf" srcId="{2D9A39D1-A0B7-4DF6-97D6-DB9771DBF139}" destId="{AF5C7B16-709B-418C-9962-FF5FA7B747AD}" srcOrd="0" destOrd="0" presId="urn:microsoft.com/office/officeart/2005/8/layout/hierarchy1"/>
    <dgm:cxn modelId="{0015FBFF-C16B-45E9-83A6-63D889AFDD6F}" type="presParOf" srcId="{2D9A39D1-A0B7-4DF6-97D6-DB9771DBF139}" destId="{192252E0-EEF9-400B-8D68-88EE4A200D2A}" srcOrd="1" destOrd="0" presId="urn:microsoft.com/office/officeart/2005/8/layout/hierarchy1"/>
    <dgm:cxn modelId="{9932499F-717F-4D71-9EDC-9D0077016D08}" type="presParOf" srcId="{B2C503D8-D8C6-45ED-893B-9070D1E6346C}" destId="{9F46D2FA-97E4-4AFB-9676-CAF635638C2C}" srcOrd="1" destOrd="0" presId="urn:microsoft.com/office/officeart/2005/8/layout/hierarchy1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699BA0-3105-44D7-BAC0-B31548E53D2F}" type="doc">
      <dgm:prSet loTypeId="urn:microsoft.com/office/officeart/2005/8/layout/arrow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80807D-AD06-42C7-9A6D-078F9BBDE829}">
      <dgm:prSet phldrT="[Text]" phldr="0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Grow the seller base fast and risk quality</a:t>
          </a:r>
        </a:p>
      </dgm:t>
    </dgm:pt>
    <dgm:pt modelId="{AE4F0A74-7EB4-46BC-8880-1D414E00DA58}" type="parTrans" cxnId="{60C94B17-746C-4965-9360-F25FB2558FF2}">
      <dgm:prSet/>
      <dgm:spPr/>
      <dgm:t>
        <a:bodyPr/>
        <a:lstStyle/>
        <a:p>
          <a:endParaRPr lang="en-US"/>
        </a:p>
      </dgm:t>
    </dgm:pt>
    <dgm:pt modelId="{F0393CE0-67E2-4816-A9E3-E8D82429F34A}" type="sibTrans" cxnId="{60C94B17-746C-4965-9360-F25FB2558FF2}">
      <dgm:prSet/>
      <dgm:spPr/>
      <dgm:t>
        <a:bodyPr/>
        <a:lstStyle/>
        <a:p>
          <a:endParaRPr lang="en-US"/>
        </a:p>
      </dgm:t>
    </dgm:pt>
    <dgm:pt modelId="{FD0BDCDC-BB09-4C4F-B955-D9263596BA88}">
      <dgm:prSet phldrT="[Text]" phldr="0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Protect quality by cutting weak sellers &amp; slow growth </a:t>
          </a:r>
        </a:p>
      </dgm:t>
    </dgm:pt>
    <dgm:pt modelId="{A97624A2-D8FB-4152-AF77-8112691157B4}" type="parTrans" cxnId="{D9E4315D-38A7-4E5A-AC50-75D314D87931}">
      <dgm:prSet/>
      <dgm:spPr/>
      <dgm:t>
        <a:bodyPr/>
        <a:lstStyle/>
        <a:p>
          <a:endParaRPr lang="en-US"/>
        </a:p>
      </dgm:t>
    </dgm:pt>
    <dgm:pt modelId="{5A2AFDAF-0457-4ACB-83A4-4D43EA070145}" type="sibTrans" cxnId="{D9E4315D-38A7-4E5A-AC50-75D314D87931}">
      <dgm:prSet/>
      <dgm:spPr/>
      <dgm:t>
        <a:bodyPr/>
        <a:lstStyle/>
        <a:p>
          <a:endParaRPr lang="en-US"/>
        </a:p>
      </dgm:t>
    </dgm:pt>
    <dgm:pt modelId="{424838B8-5CC7-4A7D-932E-FF8B06F598FF}" type="pres">
      <dgm:prSet presAssocID="{2C699BA0-3105-44D7-BAC0-B31548E53D2F}" presName="cycle" presStyleCnt="0">
        <dgm:presLayoutVars>
          <dgm:dir/>
          <dgm:resizeHandles val="exact"/>
        </dgm:presLayoutVars>
      </dgm:prSet>
      <dgm:spPr/>
    </dgm:pt>
    <dgm:pt modelId="{389B8854-675E-4579-9944-7B8885CEB83D}" type="pres">
      <dgm:prSet presAssocID="{8380807D-AD06-42C7-9A6D-078F9BBDE829}" presName="arrow" presStyleLbl="node1" presStyleIdx="0" presStyleCnt="2">
        <dgm:presLayoutVars>
          <dgm:bulletEnabled val="1"/>
        </dgm:presLayoutVars>
      </dgm:prSet>
      <dgm:spPr/>
    </dgm:pt>
    <dgm:pt modelId="{B1648A17-5FB4-4E6C-B90A-57B7FE5126BD}" type="pres">
      <dgm:prSet presAssocID="{FD0BDCDC-BB09-4C4F-B955-D9263596BA88}" presName="arrow" presStyleLbl="node1" presStyleIdx="1" presStyleCnt="2">
        <dgm:presLayoutVars>
          <dgm:bulletEnabled val="1"/>
        </dgm:presLayoutVars>
      </dgm:prSet>
      <dgm:spPr/>
    </dgm:pt>
  </dgm:ptLst>
  <dgm:cxnLst>
    <dgm:cxn modelId="{60C94B17-746C-4965-9360-F25FB2558FF2}" srcId="{2C699BA0-3105-44D7-BAC0-B31548E53D2F}" destId="{8380807D-AD06-42C7-9A6D-078F9BBDE829}" srcOrd="0" destOrd="0" parTransId="{AE4F0A74-7EB4-46BC-8880-1D414E00DA58}" sibTransId="{F0393CE0-67E2-4816-A9E3-E8D82429F34A}"/>
    <dgm:cxn modelId="{1D9E6C2B-FB7F-4BF0-84E4-7A2ECFEC5C74}" type="presOf" srcId="{8380807D-AD06-42C7-9A6D-078F9BBDE829}" destId="{389B8854-675E-4579-9944-7B8885CEB83D}" srcOrd="0" destOrd="0" presId="urn:microsoft.com/office/officeart/2005/8/layout/arrow1"/>
    <dgm:cxn modelId="{1CEAA15C-52A1-4693-9456-6F72B67A8486}" type="presOf" srcId="{FD0BDCDC-BB09-4C4F-B955-D9263596BA88}" destId="{B1648A17-5FB4-4E6C-B90A-57B7FE5126BD}" srcOrd="0" destOrd="0" presId="urn:microsoft.com/office/officeart/2005/8/layout/arrow1"/>
    <dgm:cxn modelId="{D9E4315D-38A7-4E5A-AC50-75D314D87931}" srcId="{2C699BA0-3105-44D7-BAC0-B31548E53D2F}" destId="{FD0BDCDC-BB09-4C4F-B955-D9263596BA88}" srcOrd="1" destOrd="0" parTransId="{A97624A2-D8FB-4152-AF77-8112691157B4}" sibTransId="{5A2AFDAF-0457-4ACB-83A4-4D43EA070145}"/>
    <dgm:cxn modelId="{16A97EEA-5229-4A66-B26A-A04C104BA7C2}" type="presOf" srcId="{2C699BA0-3105-44D7-BAC0-B31548E53D2F}" destId="{424838B8-5CC7-4A7D-932E-FF8B06F598FF}" srcOrd="0" destOrd="0" presId="urn:microsoft.com/office/officeart/2005/8/layout/arrow1"/>
    <dgm:cxn modelId="{679F6E8A-30C1-4527-B491-89AA8DB80768}" type="presParOf" srcId="{424838B8-5CC7-4A7D-932E-FF8B06F598FF}" destId="{389B8854-675E-4579-9944-7B8885CEB83D}" srcOrd="0" destOrd="0" presId="urn:microsoft.com/office/officeart/2005/8/layout/arrow1"/>
    <dgm:cxn modelId="{B01C6EFF-2B61-423B-8079-FA3305BFF1B4}" type="presParOf" srcId="{424838B8-5CC7-4A7D-932E-FF8B06F598FF}" destId="{B1648A17-5FB4-4E6C-B90A-57B7FE5126BD}" srcOrd="1" destOrd="0" presId="urn:microsoft.com/office/officeart/2005/8/layout/arrow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406C147-F84D-4583-965C-8F78E7FD4984}" type="doc">
      <dgm:prSet loTypeId="urn:microsoft.com/office/officeart/2005/8/layout/lProcess2" loCatId="relationship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C0009F-DA91-481B-B2C6-5A4CA9069130}">
      <dgm:prSet phldrT="[Text]" phldr="0" custT="1"/>
      <dgm:spPr/>
      <dgm:t>
        <a:bodyPr/>
        <a:lstStyle/>
        <a:p>
          <a:r>
            <a:rPr lang="en-US" sz="4800" b="1" dirty="0"/>
            <a:t>Deliver</a:t>
          </a:r>
        </a:p>
      </dgm:t>
    </dgm:pt>
    <dgm:pt modelId="{8AD99329-2297-4224-A22F-0CCC4CCBFB2B}" type="parTrans" cxnId="{B3270244-7535-4258-BDFD-4356016A201B}">
      <dgm:prSet/>
      <dgm:spPr/>
      <dgm:t>
        <a:bodyPr/>
        <a:lstStyle/>
        <a:p>
          <a:endParaRPr lang="en-US"/>
        </a:p>
      </dgm:t>
    </dgm:pt>
    <dgm:pt modelId="{271F9ECC-F425-44A7-BC8E-3275CB9FAFD3}" type="sibTrans" cxnId="{B3270244-7535-4258-BDFD-4356016A201B}">
      <dgm:prSet/>
      <dgm:spPr/>
      <dgm:t>
        <a:bodyPr/>
        <a:lstStyle/>
        <a:p>
          <a:endParaRPr lang="en-US"/>
        </a:p>
      </dgm:t>
    </dgm:pt>
    <dgm:pt modelId="{533134B3-FE3C-49C4-9396-70A785BE3112}">
      <dgm:prSet phldrT="[Text]" phldr="0" custT="1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800" b="1" dirty="0"/>
            <a:t>Make on time delivery be the top operational priority </a:t>
          </a:r>
        </a:p>
      </dgm:t>
    </dgm:pt>
    <dgm:pt modelId="{CFF7C6C3-7D97-4E0E-AF51-F66F8BB8A4DF}" type="parTrans" cxnId="{A1399457-4995-4A8F-89AF-069717C29493}">
      <dgm:prSet/>
      <dgm:spPr/>
      <dgm:t>
        <a:bodyPr/>
        <a:lstStyle/>
        <a:p>
          <a:endParaRPr lang="en-US"/>
        </a:p>
      </dgm:t>
    </dgm:pt>
    <dgm:pt modelId="{B8890737-5572-4227-91BB-C9293416EA28}" type="sibTrans" cxnId="{A1399457-4995-4A8F-89AF-069717C29493}">
      <dgm:prSet/>
      <dgm:spPr/>
      <dgm:t>
        <a:bodyPr/>
        <a:lstStyle/>
        <a:p>
          <a:endParaRPr lang="en-US"/>
        </a:p>
      </dgm:t>
    </dgm:pt>
    <dgm:pt modelId="{00211485-BE99-4BCC-B65F-3FEAB2AD4E97}">
      <dgm:prSet phldrT="[Text]" phldr="0" custT="1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800" b="1" dirty="0"/>
            <a:t>Late arrive costs 1.72 stars –the strongest signal in the data.</a:t>
          </a:r>
        </a:p>
      </dgm:t>
    </dgm:pt>
    <dgm:pt modelId="{BAA5C32E-2D9B-498A-B3CA-52D30E5D0EB5}" type="parTrans" cxnId="{352135AD-DDBA-499B-BA69-367B8318D328}">
      <dgm:prSet/>
      <dgm:spPr/>
      <dgm:t>
        <a:bodyPr/>
        <a:lstStyle/>
        <a:p>
          <a:endParaRPr lang="en-US"/>
        </a:p>
      </dgm:t>
    </dgm:pt>
    <dgm:pt modelId="{48A00A9F-0619-4CA4-AECA-5BB985DA0372}" type="sibTrans" cxnId="{352135AD-DDBA-499B-BA69-367B8318D328}">
      <dgm:prSet/>
      <dgm:spPr/>
      <dgm:t>
        <a:bodyPr/>
        <a:lstStyle/>
        <a:p>
          <a:endParaRPr lang="en-US"/>
        </a:p>
      </dgm:t>
    </dgm:pt>
    <dgm:pt modelId="{DE9A967E-9CD4-41B2-8837-1BF82F371C84}">
      <dgm:prSet phldrT="[Text]" phldr="0" custT="1"/>
      <dgm:spPr/>
      <dgm:t>
        <a:bodyPr/>
        <a:lstStyle/>
        <a:p>
          <a:r>
            <a:rPr lang="en-US" sz="4800" b="1" dirty="0"/>
            <a:t>Retain</a:t>
          </a:r>
        </a:p>
      </dgm:t>
    </dgm:pt>
    <dgm:pt modelId="{9FFA7730-42B7-4C7A-A11C-F5FC227AEB8C}" type="parTrans" cxnId="{8756886D-A4AB-4DD3-B682-04B7B403ED69}">
      <dgm:prSet/>
      <dgm:spPr/>
      <dgm:t>
        <a:bodyPr/>
        <a:lstStyle/>
        <a:p>
          <a:endParaRPr lang="en-US"/>
        </a:p>
      </dgm:t>
    </dgm:pt>
    <dgm:pt modelId="{0A1FA09F-908B-4A1A-B21C-284938634CE5}" type="sibTrans" cxnId="{8756886D-A4AB-4DD3-B682-04B7B403ED69}">
      <dgm:prSet/>
      <dgm:spPr/>
      <dgm:t>
        <a:bodyPr/>
        <a:lstStyle/>
        <a:p>
          <a:endParaRPr lang="en-US"/>
        </a:p>
      </dgm:t>
    </dgm:pt>
    <dgm:pt modelId="{CF3A773C-7F98-4F71-8228-7704546DABCF}">
      <dgm:prSet phldrT="[Text]" phldr="0" custT="1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800" b="1" dirty="0"/>
            <a:t>Convert one time buyer into repeat customers</a:t>
          </a:r>
        </a:p>
      </dgm:t>
    </dgm:pt>
    <dgm:pt modelId="{7535BF74-EEA9-43B1-BD51-422E983ECE19}" type="parTrans" cxnId="{7F980F64-4F6B-4E7C-B9E5-3CBB2262A781}">
      <dgm:prSet/>
      <dgm:spPr/>
      <dgm:t>
        <a:bodyPr/>
        <a:lstStyle/>
        <a:p>
          <a:endParaRPr lang="en-US"/>
        </a:p>
      </dgm:t>
    </dgm:pt>
    <dgm:pt modelId="{F4EB39EA-23DD-42CF-AEFD-70D84D4ABB59}" type="sibTrans" cxnId="{7F980F64-4F6B-4E7C-B9E5-3CBB2262A781}">
      <dgm:prSet/>
      <dgm:spPr/>
      <dgm:t>
        <a:bodyPr/>
        <a:lstStyle/>
        <a:p>
          <a:endParaRPr lang="en-US"/>
        </a:p>
      </dgm:t>
    </dgm:pt>
    <dgm:pt modelId="{B63B42B6-A964-4938-8CA7-317FE1D73DFA}">
      <dgm:prSet phldrT="[Text]" phldr="0" custT="1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800" b="1" dirty="0"/>
            <a:t>Only 3.12% ever buy twice –growth requires customer retention </a:t>
          </a:r>
        </a:p>
      </dgm:t>
    </dgm:pt>
    <dgm:pt modelId="{B9F221B2-4367-4500-9920-0CB82F5D2F91}" type="parTrans" cxnId="{A926858B-53F8-48CD-8FAA-43847145F232}">
      <dgm:prSet/>
      <dgm:spPr/>
      <dgm:t>
        <a:bodyPr/>
        <a:lstStyle/>
        <a:p>
          <a:endParaRPr lang="en-US"/>
        </a:p>
      </dgm:t>
    </dgm:pt>
    <dgm:pt modelId="{B8855395-1871-453A-943A-AD2150179166}" type="sibTrans" cxnId="{A926858B-53F8-48CD-8FAA-43847145F232}">
      <dgm:prSet/>
      <dgm:spPr/>
      <dgm:t>
        <a:bodyPr/>
        <a:lstStyle/>
        <a:p>
          <a:endParaRPr lang="en-US"/>
        </a:p>
      </dgm:t>
    </dgm:pt>
    <dgm:pt modelId="{ED9EB79F-4912-4168-9A6E-9554ACECA2BF}">
      <dgm:prSet phldrT="[Text]" phldr="0" custT="1"/>
      <dgm:spPr/>
      <dgm:t>
        <a:bodyPr/>
        <a:lstStyle/>
        <a:p>
          <a:r>
            <a:rPr lang="en-US" sz="4800" b="1" dirty="0"/>
            <a:t>Grow</a:t>
          </a:r>
        </a:p>
      </dgm:t>
    </dgm:pt>
    <dgm:pt modelId="{D928EA06-04E3-471B-B213-541B9D183B85}" type="parTrans" cxnId="{7BA60497-801A-43E9-93F4-DC6127261B9B}">
      <dgm:prSet/>
      <dgm:spPr/>
      <dgm:t>
        <a:bodyPr/>
        <a:lstStyle/>
        <a:p>
          <a:endParaRPr lang="en-US"/>
        </a:p>
      </dgm:t>
    </dgm:pt>
    <dgm:pt modelId="{F51D620B-7219-41EA-8BA8-BEB197FFD922}" type="sibTrans" cxnId="{7BA60497-801A-43E9-93F4-DC6127261B9B}">
      <dgm:prSet/>
      <dgm:spPr/>
      <dgm:t>
        <a:bodyPr/>
        <a:lstStyle/>
        <a:p>
          <a:endParaRPr lang="en-US"/>
        </a:p>
      </dgm:t>
    </dgm:pt>
    <dgm:pt modelId="{A4353700-47CF-447D-B293-94000B17FDBF}">
      <dgm:prSet phldrT="[Text]" phldr="0" custT="1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800" b="1" dirty="0"/>
            <a:t>Raise basket size through cross-sell</a:t>
          </a:r>
        </a:p>
      </dgm:t>
    </dgm:pt>
    <dgm:pt modelId="{1ECF028B-CBB7-4025-82DD-4F550288C715}" type="parTrans" cxnId="{CEDC643A-B415-4CFE-BF71-A8A5FD673D63}">
      <dgm:prSet/>
      <dgm:spPr/>
      <dgm:t>
        <a:bodyPr/>
        <a:lstStyle/>
        <a:p>
          <a:endParaRPr lang="en-US"/>
        </a:p>
      </dgm:t>
    </dgm:pt>
    <dgm:pt modelId="{6A04BC57-D202-49EC-8AA9-CC6188FB1708}" type="sibTrans" cxnId="{CEDC643A-B415-4CFE-BF71-A8A5FD673D63}">
      <dgm:prSet/>
      <dgm:spPr/>
      <dgm:t>
        <a:bodyPr/>
        <a:lstStyle/>
        <a:p>
          <a:endParaRPr lang="en-US"/>
        </a:p>
      </dgm:t>
    </dgm:pt>
    <dgm:pt modelId="{96DC5179-8047-4825-A158-EEBB1C1DB600}">
      <dgm:prSet phldrT="[Text]" phldr="0" custT="1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800" b="1" dirty="0"/>
            <a:t>90.1% of orders hold one item –the cheapest lever available</a:t>
          </a:r>
        </a:p>
      </dgm:t>
    </dgm:pt>
    <dgm:pt modelId="{95AD64B8-755F-449B-B3E1-2514130019D5}" type="parTrans" cxnId="{E18D0100-4E64-4EBA-8634-D5277AB8A548}">
      <dgm:prSet/>
      <dgm:spPr/>
      <dgm:t>
        <a:bodyPr/>
        <a:lstStyle/>
        <a:p>
          <a:endParaRPr lang="en-US"/>
        </a:p>
      </dgm:t>
    </dgm:pt>
    <dgm:pt modelId="{3482E021-1BDE-4515-8918-4CFDAA90465E}" type="sibTrans" cxnId="{E18D0100-4E64-4EBA-8634-D5277AB8A548}">
      <dgm:prSet/>
      <dgm:spPr/>
      <dgm:t>
        <a:bodyPr/>
        <a:lstStyle/>
        <a:p>
          <a:endParaRPr lang="en-US"/>
        </a:p>
      </dgm:t>
    </dgm:pt>
    <dgm:pt modelId="{052CB578-D3E5-40AB-B7FB-1EA2F1472070}" type="pres">
      <dgm:prSet presAssocID="{7406C147-F84D-4583-965C-8F78E7FD4984}" presName="theList" presStyleCnt="0">
        <dgm:presLayoutVars>
          <dgm:dir/>
          <dgm:animLvl val="lvl"/>
          <dgm:resizeHandles val="exact"/>
        </dgm:presLayoutVars>
      </dgm:prSet>
      <dgm:spPr/>
    </dgm:pt>
    <dgm:pt modelId="{04FCDF04-B8AC-4D01-9D3C-D09A572E1A4F}" type="pres">
      <dgm:prSet presAssocID="{2DC0009F-DA91-481B-B2C6-5A4CA9069130}" presName="compNode" presStyleCnt="0"/>
      <dgm:spPr/>
    </dgm:pt>
    <dgm:pt modelId="{6A40DB9B-3078-41F5-B842-AF6BEB9A461B}" type="pres">
      <dgm:prSet presAssocID="{2DC0009F-DA91-481B-B2C6-5A4CA9069130}" presName="aNode" presStyleLbl="bgShp" presStyleIdx="0" presStyleCnt="3"/>
      <dgm:spPr/>
    </dgm:pt>
    <dgm:pt modelId="{C6531424-15E1-4387-819E-12E984ACB739}" type="pres">
      <dgm:prSet presAssocID="{2DC0009F-DA91-481B-B2C6-5A4CA9069130}" presName="textNode" presStyleLbl="bgShp" presStyleIdx="0" presStyleCnt="3"/>
      <dgm:spPr/>
    </dgm:pt>
    <dgm:pt modelId="{2043D19B-2A80-4419-8976-E35DE047BC74}" type="pres">
      <dgm:prSet presAssocID="{2DC0009F-DA91-481B-B2C6-5A4CA9069130}" presName="compChildNode" presStyleCnt="0"/>
      <dgm:spPr/>
    </dgm:pt>
    <dgm:pt modelId="{E37862E2-7638-4E32-B56D-DCBE95346587}" type="pres">
      <dgm:prSet presAssocID="{2DC0009F-DA91-481B-B2C6-5A4CA9069130}" presName="theInnerList" presStyleCnt="0"/>
      <dgm:spPr/>
    </dgm:pt>
    <dgm:pt modelId="{32FA28B9-1371-4498-A254-F1386990BD8E}" type="pres">
      <dgm:prSet presAssocID="{533134B3-FE3C-49C4-9396-70A785BE3112}" presName="childNode" presStyleLbl="node1" presStyleIdx="0" presStyleCnt="6" custLinFactNeighborX="2382">
        <dgm:presLayoutVars>
          <dgm:bulletEnabled val="1"/>
        </dgm:presLayoutVars>
      </dgm:prSet>
      <dgm:spPr/>
    </dgm:pt>
    <dgm:pt modelId="{143E64CF-468B-4AA9-85B8-4020C8B74E2C}" type="pres">
      <dgm:prSet presAssocID="{533134B3-FE3C-49C4-9396-70A785BE3112}" presName="aSpace2" presStyleCnt="0"/>
      <dgm:spPr/>
    </dgm:pt>
    <dgm:pt modelId="{1898625A-C4C4-493C-9E85-760D80373676}" type="pres">
      <dgm:prSet presAssocID="{00211485-BE99-4BCC-B65F-3FEAB2AD4E97}" presName="childNode" presStyleLbl="node1" presStyleIdx="1" presStyleCnt="6" custLinFactNeighborX="-476" custLinFactNeighborY="-11735">
        <dgm:presLayoutVars>
          <dgm:bulletEnabled val="1"/>
        </dgm:presLayoutVars>
      </dgm:prSet>
      <dgm:spPr/>
    </dgm:pt>
    <dgm:pt modelId="{0A092B02-B48C-40A3-9950-DF861868D224}" type="pres">
      <dgm:prSet presAssocID="{2DC0009F-DA91-481B-B2C6-5A4CA9069130}" presName="aSpace" presStyleCnt="0"/>
      <dgm:spPr/>
    </dgm:pt>
    <dgm:pt modelId="{B081B2E3-8426-405C-A349-16ECEA34A2F7}" type="pres">
      <dgm:prSet presAssocID="{DE9A967E-9CD4-41B2-8837-1BF82F371C84}" presName="compNode" presStyleCnt="0"/>
      <dgm:spPr/>
    </dgm:pt>
    <dgm:pt modelId="{5300E967-0EEE-442E-ABC4-37C9DA526B4C}" type="pres">
      <dgm:prSet presAssocID="{DE9A967E-9CD4-41B2-8837-1BF82F371C84}" presName="aNode" presStyleLbl="bgShp" presStyleIdx="1" presStyleCnt="3"/>
      <dgm:spPr/>
    </dgm:pt>
    <dgm:pt modelId="{66604017-F41A-44CB-BD78-DA314BA4F170}" type="pres">
      <dgm:prSet presAssocID="{DE9A967E-9CD4-41B2-8837-1BF82F371C84}" presName="textNode" presStyleLbl="bgShp" presStyleIdx="1" presStyleCnt="3"/>
      <dgm:spPr/>
    </dgm:pt>
    <dgm:pt modelId="{3017BBAD-EEEE-4A30-BAC7-4954BBF0FF33}" type="pres">
      <dgm:prSet presAssocID="{DE9A967E-9CD4-41B2-8837-1BF82F371C84}" presName="compChildNode" presStyleCnt="0"/>
      <dgm:spPr/>
    </dgm:pt>
    <dgm:pt modelId="{6B924371-2C13-4FA3-8193-1E8F9870840A}" type="pres">
      <dgm:prSet presAssocID="{DE9A967E-9CD4-41B2-8837-1BF82F371C84}" presName="theInnerList" presStyleCnt="0"/>
      <dgm:spPr/>
    </dgm:pt>
    <dgm:pt modelId="{C6E38C5B-2C2A-4F9E-84F5-93619B05A8C3}" type="pres">
      <dgm:prSet presAssocID="{CF3A773C-7F98-4F71-8228-7704546DABCF}" presName="childNode" presStyleLbl="node1" presStyleIdx="2" presStyleCnt="6">
        <dgm:presLayoutVars>
          <dgm:bulletEnabled val="1"/>
        </dgm:presLayoutVars>
      </dgm:prSet>
      <dgm:spPr/>
    </dgm:pt>
    <dgm:pt modelId="{5558864B-1F6B-4AD1-9511-68C0B9D2DA81}" type="pres">
      <dgm:prSet presAssocID="{CF3A773C-7F98-4F71-8228-7704546DABCF}" presName="aSpace2" presStyleCnt="0"/>
      <dgm:spPr/>
    </dgm:pt>
    <dgm:pt modelId="{39978B4F-BEB4-44F1-8986-3C4A8526A104}" type="pres">
      <dgm:prSet presAssocID="{B63B42B6-A964-4938-8CA7-317FE1D73DFA}" presName="childNode" presStyleLbl="node1" presStyleIdx="3" presStyleCnt="6">
        <dgm:presLayoutVars>
          <dgm:bulletEnabled val="1"/>
        </dgm:presLayoutVars>
      </dgm:prSet>
      <dgm:spPr/>
    </dgm:pt>
    <dgm:pt modelId="{690F7C11-88D6-4E6B-AFD0-048591C8A0C0}" type="pres">
      <dgm:prSet presAssocID="{DE9A967E-9CD4-41B2-8837-1BF82F371C84}" presName="aSpace" presStyleCnt="0"/>
      <dgm:spPr/>
    </dgm:pt>
    <dgm:pt modelId="{6453A13C-1D7F-4CBF-88E2-CF80CB7CD3AA}" type="pres">
      <dgm:prSet presAssocID="{ED9EB79F-4912-4168-9A6E-9554ACECA2BF}" presName="compNode" presStyleCnt="0"/>
      <dgm:spPr/>
    </dgm:pt>
    <dgm:pt modelId="{A5CAD283-1E33-4C05-8717-01D8E9FEBCA9}" type="pres">
      <dgm:prSet presAssocID="{ED9EB79F-4912-4168-9A6E-9554ACECA2BF}" presName="aNode" presStyleLbl="bgShp" presStyleIdx="2" presStyleCnt="3"/>
      <dgm:spPr/>
    </dgm:pt>
    <dgm:pt modelId="{2742E1DF-0869-4C45-99FB-BE4EEC0D2A30}" type="pres">
      <dgm:prSet presAssocID="{ED9EB79F-4912-4168-9A6E-9554ACECA2BF}" presName="textNode" presStyleLbl="bgShp" presStyleIdx="2" presStyleCnt="3"/>
      <dgm:spPr/>
    </dgm:pt>
    <dgm:pt modelId="{9E9F0161-32F2-4239-B453-D67DF5C603A8}" type="pres">
      <dgm:prSet presAssocID="{ED9EB79F-4912-4168-9A6E-9554ACECA2BF}" presName="compChildNode" presStyleCnt="0"/>
      <dgm:spPr/>
    </dgm:pt>
    <dgm:pt modelId="{A3DC8664-24EF-4A83-80D7-7D52D4B53752}" type="pres">
      <dgm:prSet presAssocID="{ED9EB79F-4912-4168-9A6E-9554ACECA2BF}" presName="theInnerList" presStyleCnt="0"/>
      <dgm:spPr/>
    </dgm:pt>
    <dgm:pt modelId="{F366E4D0-23B6-4018-8E57-20A15B4657FE}" type="pres">
      <dgm:prSet presAssocID="{A4353700-47CF-447D-B293-94000B17FDBF}" presName="childNode" presStyleLbl="node1" presStyleIdx="4" presStyleCnt="6">
        <dgm:presLayoutVars>
          <dgm:bulletEnabled val="1"/>
        </dgm:presLayoutVars>
      </dgm:prSet>
      <dgm:spPr/>
    </dgm:pt>
    <dgm:pt modelId="{0FC209FC-EB05-4BB5-8D38-D888A3E1C17B}" type="pres">
      <dgm:prSet presAssocID="{A4353700-47CF-447D-B293-94000B17FDBF}" presName="aSpace2" presStyleCnt="0"/>
      <dgm:spPr/>
    </dgm:pt>
    <dgm:pt modelId="{5DF9622E-7464-4C56-9138-4A1474E08E3F}" type="pres">
      <dgm:prSet presAssocID="{96DC5179-8047-4825-A158-EEBB1C1DB600}" presName="childNode" presStyleLbl="node1" presStyleIdx="5" presStyleCnt="6">
        <dgm:presLayoutVars>
          <dgm:bulletEnabled val="1"/>
        </dgm:presLayoutVars>
      </dgm:prSet>
      <dgm:spPr/>
    </dgm:pt>
  </dgm:ptLst>
  <dgm:cxnLst>
    <dgm:cxn modelId="{E18D0100-4E64-4EBA-8634-D5277AB8A548}" srcId="{ED9EB79F-4912-4168-9A6E-9554ACECA2BF}" destId="{96DC5179-8047-4825-A158-EEBB1C1DB600}" srcOrd="1" destOrd="0" parTransId="{95AD64B8-755F-449B-B3E1-2514130019D5}" sibTransId="{3482E021-1BDE-4515-8918-4CFDAA90465E}"/>
    <dgm:cxn modelId="{CEDC643A-B415-4CFE-BF71-A8A5FD673D63}" srcId="{ED9EB79F-4912-4168-9A6E-9554ACECA2BF}" destId="{A4353700-47CF-447D-B293-94000B17FDBF}" srcOrd="0" destOrd="0" parTransId="{1ECF028B-CBB7-4025-82DD-4F550288C715}" sibTransId="{6A04BC57-D202-49EC-8AA9-CC6188FB1708}"/>
    <dgm:cxn modelId="{D59AEA5C-7A7A-4A30-B9ED-46B81EF994B1}" type="presOf" srcId="{96DC5179-8047-4825-A158-EEBB1C1DB600}" destId="{5DF9622E-7464-4C56-9138-4A1474E08E3F}" srcOrd="0" destOrd="0" presId="urn:microsoft.com/office/officeart/2005/8/layout/lProcess2"/>
    <dgm:cxn modelId="{B3270244-7535-4258-BDFD-4356016A201B}" srcId="{7406C147-F84D-4583-965C-8F78E7FD4984}" destId="{2DC0009F-DA91-481B-B2C6-5A4CA9069130}" srcOrd="0" destOrd="0" parTransId="{8AD99329-2297-4224-A22F-0CCC4CCBFB2B}" sibTransId="{271F9ECC-F425-44A7-BC8E-3275CB9FAFD3}"/>
    <dgm:cxn modelId="{7F980F64-4F6B-4E7C-B9E5-3CBB2262A781}" srcId="{DE9A967E-9CD4-41B2-8837-1BF82F371C84}" destId="{CF3A773C-7F98-4F71-8228-7704546DABCF}" srcOrd="0" destOrd="0" parTransId="{7535BF74-EEA9-43B1-BD51-422E983ECE19}" sibTransId="{F4EB39EA-23DD-42CF-AEFD-70D84D4ABB59}"/>
    <dgm:cxn modelId="{8756886D-A4AB-4DD3-B682-04B7B403ED69}" srcId="{7406C147-F84D-4583-965C-8F78E7FD4984}" destId="{DE9A967E-9CD4-41B2-8837-1BF82F371C84}" srcOrd="1" destOrd="0" parTransId="{9FFA7730-42B7-4C7A-A11C-F5FC227AEB8C}" sibTransId="{0A1FA09F-908B-4A1A-B21C-284938634CE5}"/>
    <dgm:cxn modelId="{C169674E-E218-4F85-BD62-E310AFC5BEF3}" type="presOf" srcId="{7406C147-F84D-4583-965C-8F78E7FD4984}" destId="{052CB578-D3E5-40AB-B7FB-1EA2F1472070}" srcOrd="0" destOrd="0" presId="urn:microsoft.com/office/officeart/2005/8/layout/lProcess2"/>
    <dgm:cxn modelId="{DF914B6E-EF15-492D-A0CA-C2D624944666}" type="presOf" srcId="{B63B42B6-A964-4938-8CA7-317FE1D73DFA}" destId="{39978B4F-BEB4-44F1-8986-3C4A8526A104}" srcOrd="0" destOrd="0" presId="urn:microsoft.com/office/officeart/2005/8/layout/lProcess2"/>
    <dgm:cxn modelId="{17D82475-3F53-4C53-ADFE-561327B23D07}" type="presOf" srcId="{A4353700-47CF-447D-B293-94000B17FDBF}" destId="{F366E4D0-23B6-4018-8E57-20A15B4657FE}" srcOrd="0" destOrd="0" presId="urn:microsoft.com/office/officeart/2005/8/layout/lProcess2"/>
    <dgm:cxn modelId="{A1399457-4995-4A8F-89AF-069717C29493}" srcId="{2DC0009F-DA91-481B-B2C6-5A4CA9069130}" destId="{533134B3-FE3C-49C4-9396-70A785BE3112}" srcOrd="0" destOrd="0" parTransId="{CFF7C6C3-7D97-4E0E-AF51-F66F8BB8A4DF}" sibTransId="{B8890737-5572-4227-91BB-C9293416EA28}"/>
    <dgm:cxn modelId="{2641AA8A-145F-4B7C-A488-4604BD154D17}" type="presOf" srcId="{533134B3-FE3C-49C4-9396-70A785BE3112}" destId="{32FA28B9-1371-4498-A254-F1386990BD8E}" srcOrd="0" destOrd="0" presId="urn:microsoft.com/office/officeart/2005/8/layout/lProcess2"/>
    <dgm:cxn modelId="{A926858B-53F8-48CD-8FAA-43847145F232}" srcId="{DE9A967E-9CD4-41B2-8837-1BF82F371C84}" destId="{B63B42B6-A964-4938-8CA7-317FE1D73DFA}" srcOrd="1" destOrd="0" parTransId="{B9F221B2-4367-4500-9920-0CB82F5D2F91}" sibTransId="{B8855395-1871-453A-943A-AD2150179166}"/>
    <dgm:cxn modelId="{26246690-1B9F-49DA-9890-2DC23C342158}" type="presOf" srcId="{CF3A773C-7F98-4F71-8228-7704546DABCF}" destId="{C6E38C5B-2C2A-4F9E-84F5-93619B05A8C3}" srcOrd="0" destOrd="0" presId="urn:microsoft.com/office/officeart/2005/8/layout/lProcess2"/>
    <dgm:cxn modelId="{7BA60497-801A-43E9-93F4-DC6127261B9B}" srcId="{7406C147-F84D-4583-965C-8F78E7FD4984}" destId="{ED9EB79F-4912-4168-9A6E-9554ACECA2BF}" srcOrd="2" destOrd="0" parTransId="{D928EA06-04E3-471B-B213-541B9D183B85}" sibTransId="{F51D620B-7219-41EA-8BA8-BEB197FFD922}"/>
    <dgm:cxn modelId="{352135AD-DDBA-499B-BA69-367B8318D328}" srcId="{2DC0009F-DA91-481B-B2C6-5A4CA9069130}" destId="{00211485-BE99-4BCC-B65F-3FEAB2AD4E97}" srcOrd="1" destOrd="0" parTransId="{BAA5C32E-2D9B-498A-B3CA-52D30E5D0EB5}" sibTransId="{48A00A9F-0619-4CA4-AECA-5BB985DA0372}"/>
    <dgm:cxn modelId="{EB64D7AE-ACB3-4444-B433-F58560E95DC4}" type="presOf" srcId="{DE9A967E-9CD4-41B2-8837-1BF82F371C84}" destId="{66604017-F41A-44CB-BD78-DA314BA4F170}" srcOrd="1" destOrd="0" presId="urn:microsoft.com/office/officeart/2005/8/layout/lProcess2"/>
    <dgm:cxn modelId="{711BA6C2-CF1F-499A-B5B2-13AF5EA5F6E7}" type="presOf" srcId="{ED9EB79F-4912-4168-9A6E-9554ACECA2BF}" destId="{A5CAD283-1E33-4C05-8717-01D8E9FEBCA9}" srcOrd="0" destOrd="0" presId="urn:microsoft.com/office/officeart/2005/8/layout/lProcess2"/>
    <dgm:cxn modelId="{7B5CF7DC-D6CA-4E52-8D93-1268F9E078BD}" type="presOf" srcId="{00211485-BE99-4BCC-B65F-3FEAB2AD4E97}" destId="{1898625A-C4C4-493C-9E85-760D80373676}" srcOrd="0" destOrd="0" presId="urn:microsoft.com/office/officeart/2005/8/layout/lProcess2"/>
    <dgm:cxn modelId="{EA5FEFE0-8843-48BE-90A8-38F8951D0D7A}" type="presOf" srcId="{DE9A967E-9CD4-41B2-8837-1BF82F371C84}" destId="{5300E967-0EEE-442E-ABC4-37C9DA526B4C}" srcOrd="0" destOrd="0" presId="urn:microsoft.com/office/officeart/2005/8/layout/lProcess2"/>
    <dgm:cxn modelId="{295A9AE6-689B-461B-92F5-36F3FCC48786}" type="presOf" srcId="{2DC0009F-DA91-481B-B2C6-5A4CA9069130}" destId="{6A40DB9B-3078-41F5-B842-AF6BEB9A461B}" srcOrd="0" destOrd="0" presId="urn:microsoft.com/office/officeart/2005/8/layout/lProcess2"/>
    <dgm:cxn modelId="{017C70F8-969F-49B6-AFAC-DB7F4551B945}" type="presOf" srcId="{ED9EB79F-4912-4168-9A6E-9554ACECA2BF}" destId="{2742E1DF-0869-4C45-99FB-BE4EEC0D2A30}" srcOrd="1" destOrd="0" presId="urn:microsoft.com/office/officeart/2005/8/layout/lProcess2"/>
    <dgm:cxn modelId="{43E584FC-8AFA-4B99-B060-16652627A071}" type="presOf" srcId="{2DC0009F-DA91-481B-B2C6-5A4CA9069130}" destId="{C6531424-15E1-4387-819E-12E984ACB739}" srcOrd="1" destOrd="0" presId="urn:microsoft.com/office/officeart/2005/8/layout/lProcess2"/>
    <dgm:cxn modelId="{9E6F71AB-51DF-40CD-BF72-A37914421B95}" type="presParOf" srcId="{052CB578-D3E5-40AB-B7FB-1EA2F1472070}" destId="{04FCDF04-B8AC-4D01-9D3C-D09A572E1A4F}" srcOrd="0" destOrd="0" presId="urn:microsoft.com/office/officeart/2005/8/layout/lProcess2"/>
    <dgm:cxn modelId="{6BE71C17-B213-48D0-A037-8B988113BF65}" type="presParOf" srcId="{04FCDF04-B8AC-4D01-9D3C-D09A572E1A4F}" destId="{6A40DB9B-3078-41F5-B842-AF6BEB9A461B}" srcOrd="0" destOrd="0" presId="urn:microsoft.com/office/officeart/2005/8/layout/lProcess2"/>
    <dgm:cxn modelId="{689FB657-B263-4CD2-9966-923A91CBB590}" type="presParOf" srcId="{04FCDF04-B8AC-4D01-9D3C-D09A572E1A4F}" destId="{C6531424-15E1-4387-819E-12E984ACB739}" srcOrd="1" destOrd="0" presId="urn:microsoft.com/office/officeart/2005/8/layout/lProcess2"/>
    <dgm:cxn modelId="{34F02131-9DCC-4598-BB68-1765029D4F93}" type="presParOf" srcId="{04FCDF04-B8AC-4D01-9D3C-D09A572E1A4F}" destId="{2043D19B-2A80-4419-8976-E35DE047BC74}" srcOrd="2" destOrd="0" presId="urn:microsoft.com/office/officeart/2005/8/layout/lProcess2"/>
    <dgm:cxn modelId="{7915265E-67E1-4A2B-A147-45F7BD8A8D0C}" type="presParOf" srcId="{2043D19B-2A80-4419-8976-E35DE047BC74}" destId="{E37862E2-7638-4E32-B56D-DCBE95346587}" srcOrd="0" destOrd="0" presId="urn:microsoft.com/office/officeart/2005/8/layout/lProcess2"/>
    <dgm:cxn modelId="{6B75BA5E-7E7F-45D3-8E04-D8293AE2EECE}" type="presParOf" srcId="{E37862E2-7638-4E32-B56D-DCBE95346587}" destId="{32FA28B9-1371-4498-A254-F1386990BD8E}" srcOrd="0" destOrd="0" presId="urn:microsoft.com/office/officeart/2005/8/layout/lProcess2"/>
    <dgm:cxn modelId="{2E06F683-DC56-419F-B1B1-AE56C9F6B946}" type="presParOf" srcId="{E37862E2-7638-4E32-B56D-DCBE95346587}" destId="{143E64CF-468B-4AA9-85B8-4020C8B74E2C}" srcOrd="1" destOrd="0" presId="urn:microsoft.com/office/officeart/2005/8/layout/lProcess2"/>
    <dgm:cxn modelId="{09C49FDF-638B-43C7-BA93-F2EDDF5380FB}" type="presParOf" srcId="{E37862E2-7638-4E32-B56D-DCBE95346587}" destId="{1898625A-C4C4-493C-9E85-760D80373676}" srcOrd="2" destOrd="0" presId="urn:microsoft.com/office/officeart/2005/8/layout/lProcess2"/>
    <dgm:cxn modelId="{96F07AA3-8403-477F-A0B3-28B48EB43C06}" type="presParOf" srcId="{052CB578-D3E5-40AB-B7FB-1EA2F1472070}" destId="{0A092B02-B48C-40A3-9950-DF861868D224}" srcOrd="1" destOrd="0" presId="urn:microsoft.com/office/officeart/2005/8/layout/lProcess2"/>
    <dgm:cxn modelId="{8EE2F68A-486A-4FEB-9F7D-F7C88279267F}" type="presParOf" srcId="{052CB578-D3E5-40AB-B7FB-1EA2F1472070}" destId="{B081B2E3-8426-405C-A349-16ECEA34A2F7}" srcOrd="2" destOrd="0" presId="urn:microsoft.com/office/officeart/2005/8/layout/lProcess2"/>
    <dgm:cxn modelId="{CA59FE0C-36E6-48DD-96A4-3004A061E07E}" type="presParOf" srcId="{B081B2E3-8426-405C-A349-16ECEA34A2F7}" destId="{5300E967-0EEE-442E-ABC4-37C9DA526B4C}" srcOrd="0" destOrd="0" presId="urn:microsoft.com/office/officeart/2005/8/layout/lProcess2"/>
    <dgm:cxn modelId="{62FB18D1-05CF-4CD9-B830-8394E5D8B32D}" type="presParOf" srcId="{B081B2E3-8426-405C-A349-16ECEA34A2F7}" destId="{66604017-F41A-44CB-BD78-DA314BA4F170}" srcOrd="1" destOrd="0" presId="urn:microsoft.com/office/officeart/2005/8/layout/lProcess2"/>
    <dgm:cxn modelId="{6BEAA24C-E365-46EE-AFCB-6B50C0C8D287}" type="presParOf" srcId="{B081B2E3-8426-405C-A349-16ECEA34A2F7}" destId="{3017BBAD-EEEE-4A30-BAC7-4954BBF0FF33}" srcOrd="2" destOrd="0" presId="urn:microsoft.com/office/officeart/2005/8/layout/lProcess2"/>
    <dgm:cxn modelId="{9C12B5C2-0874-4B84-BA1E-B8CD89DDD4C5}" type="presParOf" srcId="{3017BBAD-EEEE-4A30-BAC7-4954BBF0FF33}" destId="{6B924371-2C13-4FA3-8193-1E8F9870840A}" srcOrd="0" destOrd="0" presId="urn:microsoft.com/office/officeart/2005/8/layout/lProcess2"/>
    <dgm:cxn modelId="{F2A07B9D-7E17-4131-98F2-73BD96435658}" type="presParOf" srcId="{6B924371-2C13-4FA3-8193-1E8F9870840A}" destId="{C6E38C5B-2C2A-4F9E-84F5-93619B05A8C3}" srcOrd="0" destOrd="0" presId="urn:microsoft.com/office/officeart/2005/8/layout/lProcess2"/>
    <dgm:cxn modelId="{0F899D56-685E-4BE6-9998-4B3D24217B4A}" type="presParOf" srcId="{6B924371-2C13-4FA3-8193-1E8F9870840A}" destId="{5558864B-1F6B-4AD1-9511-68C0B9D2DA81}" srcOrd="1" destOrd="0" presId="urn:microsoft.com/office/officeart/2005/8/layout/lProcess2"/>
    <dgm:cxn modelId="{AA129ACA-6123-490A-86CD-8D7FF4C9BBA7}" type="presParOf" srcId="{6B924371-2C13-4FA3-8193-1E8F9870840A}" destId="{39978B4F-BEB4-44F1-8986-3C4A8526A104}" srcOrd="2" destOrd="0" presId="urn:microsoft.com/office/officeart/2005/8/layout/lProcess2"/>
    <dgm:cxn modelId="{C5B6F932-1AAF-435F-A9C8-A8EBDDB07E08}" type="presParOf" srcId="{052CB578-D3E5-40AB-B7FB-1EA2F1472070}" destId="{690F7C11-88D6-4E6B-AFD0-048591C8A0C0}" srcOrd="3" destOrd="0" presId="urn:microsoft.com/office/officeart/2005/8/layout/lProcess2"/>
    <dgm:cxn modelId="{D302A97C-968F-440D-94D8-0115796500B8}" type="presParOf" srcId="{052CB578-D3E5-40AB-B7FB-1EA2F1472070}" destId="{6453A13C-1D7F-4CBF-88E2-CF80CB7CD3AA}" srcOrd="4" destOrd="0" presId="urn:microsoft.com/office/officeart/2005/8/layout/lProcess2"/>
    <dgm:cxn modelId="{47F94380-33F7-4728-9A15-707512BD2A54}" type="presParOf" srcId="{6453A13C-1D7F-4CBF-88E2-CF80CB7CD3AA}" destId="{A5CAD283-1E33-4C05-8717-01D8E9FEBCA9}" srcOrd="0" destOrd="0" presId="urn:microsoft.com/office/officeart/2005/8/layout/lProcess2"/>
    <dgm:cxn modelId="{7AC28347-FF4F-41AD-BFD9-CE6C990AEC81}" type="presParOf" srcId="{6453A13C-1D7F-4CBF-88E2-CF80CB7CD3AA}" destId="{2742E1DF-0869-4C45-99FB-BE4EEC0D2A30}" srcOrd="1" destOrd="0" presId="urn:microsoft.com/office/officeart/2005/8/layout/lProcess2"/>
    <dgm:cxn modelId="{52B2EB56-8D0D-4676-9259-571C37B0F795}" type="presParOf" srcId="{6453A13C-1D7F-4CBF-88E2-CF80CB7CD3AA}" destId="{9E9F0161-32F2-4239-B453-D67DF5C603A8}" srcOrd="2" destOrd="0" presId="urn:microsoft.com/office/officeart/2005/8/layout/lProcess2"/>
    <dgm:cxn modelId="{577F2650-72D2-4B1B-A6B8-E5CCB58DDDEB}" type="presParOf" srcId="{9E9F0161-32F2-4239-B453-D67DF5C603A8}" destId="{A3DC8664-24EF-4A83-80D7-7D52D4B53752}" srcOrd="0" destOrd="0" presId="urn:microsoft.com/office/officeart/2005/8/layout/lProcess2"/>
    <dgm:cxn modelId="{9C2F7D4E-E318-4BEF-A477-62B2779396B5}" type="presParOf" srcId="{A3DC8664-24EF-4A83-80D7-7D52D4B53752}" destId="{F366E4D0-23B6-4018-8E57-20A15B4657FE}" srcOrd="0" destOrd="0" presId="urn:microsoft.com/office/officeart/2005/8/layout/lProcess2"/>
    <dgm:cxn modelId="{F22DC914-833A-465D-B5BA-DE8C4AD77F60}" type="presParOf" srcId="{A3DC8664-24EF-4A83-80D7-7D52D4B53752}" destId="{0FC209FC-EB05-4BB5-8D38-D888A3E1C17B}" srcOrd="1" destOrd="0" presId="urn:microsoft.com/office/officeart/2005/8/layout/lProcess2"/>
    <dgm:cxn modelId="{4AEC7666-7BDC-4B22-B445-21FB20D86BFD}" type="presParOf" srcId="{A3DC8664-24EF-4A83-80D7-7D52D4B53752}" destId="{5DF9622E-7464-4C56-9138-4A1474E08E3F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E642895-D9AF-415D-85B4-ABCC64EC7F27}" type="doc">
      <dgm:prSet loTypeId="urn:microsoft.com/office/officeart/2005/8/layout/h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08E181-A892-4714-BAF0-6D0772F84C13}">
      <dgm:prSet phldrT="[Text]" phldr="0"/>
      <dgm:spPr/>
      <dgm:t>
        <a:bodyPr/>
        <a:lstStyle/>
        <a:p>
          <a:r>
            <a:rPr lang="en-US" dirty="0"/>
            <a:t>Solutions </a:t>
          </a:r>
        </a:p>
      </dgm:t>
    </dgm:pt>
    <dgm:pt modelId="{37BE21BE-90E7-4596-9175-1228CBF067DC}" type="parTrans" cxnId="{7C431797-1670-4803-8FDE-25820EF09186}">
      <dgm:prSet/>
      <dgm:spPr/>
      <dgm:t>
        <a:bodyPr/>
        <a:lstStyle/>
        <a:p>
          <a:endParaRPr lang="en-US"/>
        </a:p>
      </dgm:t>
    </dgm:pt>
    <dgm:pt modelId="{64AAA247-E629-4BDE-8373-EA47F4D54BB9}" type="sibTrans" cxnId="{7C431797-1670-4803-8FDE-25820EF09186}">
      <dgm:prSet/>
      <dgm:spPr/>
      <dgm:t>
        <a:bodyPr/>
        <a:lstStyle/>
        <a:p>
          <a:endParaRPr lang="en-US"/>
        </a:p>
      </dgm:t>
    </dgm:pt>
    <dgm:pt modelId="{559EAB5A-9B90-4026-936D-ADEE36722F32}" type="pres">
      <dgm:prSet presAssocID="{DE642895-D9AF-415D-85B4-ABCC64EC7F27}" presName="Name0" presStyleCnt="0">
        <dgm:presLayoutVars>
          <dgm:dir/>
          <dgm:animLvl val="lvl"/>
          <dgm:resizeHandles val="exact"/>
        </dgm:presLayoutVars>
      </dgm:prSet>
      <dgm:spPr/>
    </dgm:pt>
    <dgm:pt modelId="{9733A98B-44B9-4FD0-9042-29033B64DD22}" type="pres">
      <dgm:prSet presAssocID="{DE642895-D9AF-415D-85B4-ABCC64EC7F27}" presName="dummy" presStyleCnt="0"/>
      <dgm:spPr/>
    </dgm:pt>
    <dgm:pt modelId="{C9836488-7F1D-403A-A0DA-93A1C988EF07}" type="pres">
      <dgm:prSet presAssocID="{DE642895-D9AF-415D-85B4-ABCC64EC7F27}" presName="linH" presStyleCnt="0"/>
      <dgm:spPr/>
    </dgm:pt>
    <dgm:pt modelId="{5F099697-40F1-4361-86CB-E96D3CFC9E91}" type="pres">
      <dgm:prSet presAssocID="{DE642895-D9AF-415D-85B4-ABCC64EC7F27}" presName="padding1" presStyleCnt="0"/>
      <dgm:spPr/>
    </dgm:pt>
    <dgm:pt modelId="{925F2769-2AC3-4C57-80FE-DE9F0EB59B5E}" type="pres">
      <dgm:prSet presAssocID="{1608E181-A892-4714-BAF0-6D0772F84C13}" presName="linV" presStyleCnt="0"/>
      <dgm:spPr/>
    </dgm:pt>
    <dgm:pt modelId="{78B7A845-6D45-4C51-BEF8-A9358E59E0AF}" type="pres">
      <dgm:prSet presAssocID="{1608E181-A892-4714-BAF0-6D0772F84C13}" presName="spVertical1" presStyleCnt="0"/>
      <dgm:spPr/>
    </dgm:pt>
    <dgm:pt modelId="{835E3309-28BA-441E-B90F-5CB039A0844D}" type="pres">
      <dgm:prSet presAssocID="{1608E181-A892-4714-BAF0-6D0772F84C13}" presName="parTx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8AE42B5B-8928-4A62-86DE-046CF6CCD02A}" type="pres">
      <dgm:prSet presAssocID="{1608E181-A892-4714-BAF0-6D0772F84C13}" presName="spVertical2" presStyleCnt="0"/>
      <dgm:spPr/>
    </dgm:pt>
    <dgm:pt modelId="{85C51685-EBB9-422B-A3B4-F950BF5D5B47}" type="pres">
      <dgm:prSet presAssocID="{1608E181-A892-4714-BAF0-6D0772F84C13}" presName="spVertical3" presStyleCnt="0"/>
      <dgm:spPr/>
    </dgm:pt>
    <dgm:pt modelId="{86EC1617-F86C-47D1-81F6-3408D41D3621}" type="pres">
      <dgm:prSet presAssocID="{DE642895-D9AF-415D-85B4-ABCC64EC7F27}" presName="padding2" presStyleCnt="0"/>
      <dgm:spPr/>
    </dgm:pt>
    <dgm:pt modelId="{3B49297C-978D-45F8-9F79-B532D4BDDB62}" type="pres">
      <dgm:prSet presAssocID="{DE642895-D9AF-415D-85B4-ABCC64EC7F27}" presName="negArrow" presStyleCnt="0"/>
      <dgm:spPr/>
    </dgm:pt>
    <dgm:pt modelId="{C49856F5-6FB2-4D33-AB20-B4B45998DA5F}" type="pres">
      <dgm:prSet presAssocID="{DE642895-D9AF-415D-85B4-ABCC64EC7F27}" presName="backgroundArrow" presStyleLbl="node1" presStyleIdx="0" presStyleCnt="1" custLinFactNeighborX="1970" custLinFactNeighborY="-1115"/>
      <dgm:spPr/>
    </dgm:pt>
  </dgm:ptLst>
  <dgm:cxnLst>
    <dgm:cxn modelId="{5BA5825A-F2DC-45CB-BD72-5225EB2E046F}" type="presOf" srcId="{DE642895-D9AF-415D-85B4-ABCC64EC7F27}" destId="{559EAB5A-9B90-4026-936D-ADEE36722F32}" srcOrd="0" destOrd="0" presId="urn:microsoft.com/office/officeart/2005/8/layout/hProcess3"/>
    <dgm:cxn modelId="{00B9FF8E-C3BD-46EC-ABB5-931ADECB04E5}" type="presOf" srcId="{1608E181-A892-4714-BAF0-6D0772F84C13}" destId="{835E3309-28BA-441E-B90F-5CB039A0844D}" srcOrd="0" destOrd="0" presId="urn:microsoft.com/office/officeart/2005/8/layout/hProcess3"/>
    <dgm:cxn modelId="{7C431797-1670-4803-8FDE-25820EF09186}" srcId="{DE642895-D9AF-415D-85B4-ABCC64EC7F27}" destId="{1608E181-A892-4714-BAF0-6D0772F84C13}" srcOrd="0" destOrd="0" parTransId="{37BE21BE-90E7-4596-9175-1228CBF067DC}" sibTransId="{64AAA247-E629-4BDE-8373-EA47F4D54BB9}"/>
    <dgm:cxn modelId="{5E11DACC-0223-483D-A5D9-478BA132B32D}" type="presParOf" srcId="{559EAB5A-9B90-4026-936D-ADEE36722F32}" destId="{9733A98B-44B9-4FD0-9042-29033B64DD22}" srcOrd="0" destOrd="0" presId="urn:microsoft.com/office/officeart/2005/8/layout/hProcess3"/>
    <dgm:cxn modelId="{BDA2DD52-8326-4A99-9090-FA22FA409215}" type="presParOf" srcId="{559EAB5A-9B90-4026-936D-ADEE36722F32}" destId="{C9836488-7F1D-403A-A0DA-93A1C988EF07}" srcOrd="1" destOrd="0" presId="urn:microsoft.com/office/officeart/2005/8/layout/hProcess3"/>
    <dgm:cxn modelId="{0CE422D5-4225-4FBD-AA33-506006335535}" type="presParOf" srcId="{C9836488-7F1D-403A-A0DA-93A1C988EF07}" destId="{5F099697-40F1-4361-86CB-E96D3CFC9E91}" srcOrd="0" destOrd="0" presId="urn:microsoft.com/office/officeart/2005/8/layout/hProcess3"/>
    <dgm:cxn modelId="{9904E8D1-0540-4AF8-BE72-52378B72F013}" type="presParOf" srcId="{C9836488-7F1D-403A-A0DA-93A1C988EF07}" destId="{925F2769-2AC3-4C57-80FE-DE9F0EB59B5E}" srcOrd="1" destOrd="0" presId="urn:microsoft.com/office/officeart/2005/8/layout/hProcess3"/>
    <dgm:cxn modelId="{CA110515-8FE3-447E-AAF8-22D8A70F415E}" type="presParOf" srcId="{925F2769-2AC3-4C57-80FE-DE9F0EB59B5E}" destId="{78B7A845-6D45-4C51-BEF8-A9358E59E0AF}" srcOrd="0" destOrd="0" presId="urn:microsoft.com/office/officeart/2005/8/layout/hProcess3"/>
    <dgm:cxn modelId="{AC6C5B2B-5BD4-4B05-8AA7-8F8F515394F3}" type="presParOf" srcId="{925F2769-2AC3-4C57-80FE-DE9F0EB59B5E}" destId="{835E3309-28BA-441E-B90F-5CB039A0844D}" srcOrd="1" destOrd="0" presId="urn:microsoft.com/office/officeart/2005/8/layout/hProcess3"/>
    <dgm:cxn modelId="{681DF086-237B-4590-BA48-2C210F42F3D5}" type="presParOf" srcId="{925F2769-2AC3-4C57-80FE-DE9F0EB59B5E}" destId="{8AE42B5B-8928-4A62-86DE-046CF6CCD02A}" srcOrd="2" destOrd="0" presId="urn:microsoft.com/office/officeart/2005/8/layout/hProcess3"/>
    <dgm:cxn modelId="{FF737AF9-C03B-43C6-BFC7-81F791D79B3A}" type="presParOf" srcId="{925F2769-2AC3-4C57-80FE-DE9F0EB59B5E}" destId="{85C51685-EBB9-422B-A3B4-F950BF5D5B47}" srcOrd="3" destOrd="0" presId="urn:microsoft.com/office/officeart/2005/8/layout/hProcess3"/>
    <dgm:cxn modelId="{E26718EA-A28C-48FA-9E74-2108C002AEF5}" type="presParOf" srcId="{C9836488-7F1D-403A-A0DA-93A1C988EF07}" destId="{86EC1617-F86C-47D1-81F6-3408D41D3621}" srcOrd="2" destOrd="0" presId="urn:microsoft.com/office/officeart/2005/8/layout/hProcess3"/>
    <dgm:cxn modelId="{8AD4A603-67DE-4419-8D20-5B2205283DA1}" type="presParOf" srcId="{C9836488-7F1D-403A-A0DA-93A1C988EF07}" destId="{3B49297C-978D-45F8-9F79-B532D4BDDB62}" srcOrd="3" destOrd="0" presId="urn:microsoft.com/office/officeart/2005/8/layout/hProcess3"/>
    <dgm:cxn modelId="{911F47EE-6504-4F2F-8552-1FDA4EBA4E29}" type="presParOf" srcId="{C9836488-7F1D-403A-A0DA-93A1C988EF07}" destId="{C49856F5-6FB2-4D33-AB20-B4B45998DA5F}" srcOrd="4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6108306-C36F-4231-A063-2DF21D1A7A11}" type="doc">
      <dgm:prSet loTypeId="urn:microsoft.com/office/officeart/2005/8/layout/gear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520746-6B9D-4833-BAC3-7A1BACEDE7C4}">
      <dgm:prSet phldrT="[Text]" phldr="0"/>
      <dgm:spPr/>
      <dgm:t>
        <a:bodyPr/>
        <a:lstStyle/>
        <a:p>
          <a:r>
            <a:rPr lang="en-US" b="1" dirty="0"/>
            <a:t>Make on time delivery the top operational priority </a:t>
          </a:r>
        </a:p>
      </dgm:t>
    </dgm:pt>
    <dgm:pt modelId="{82460636-FCF5-4D55-A92A-2335DAF6A3D2}" type="parTrans" cxnId="{1CCF65B5-8DC0-4511-9F7C-5386EB0B4529}">
      <dgm:prSet/>
      <dgm:spPr/>
      <dgm:t>
        <a:bodyPr/>
        <a:lstStyle/>
        <a:p>
          <a:endParaRPr lang="en-US"/>
        </a:p>
      </dgm:t>
    </dgm:pt>
    <dgm:pt modelId="{6C4A83E1-A324-4488-B52D-B5836BBA2E64}" type="sibTrans" cxnId="{1CCF65B5-8DC0-4511-9F7C-5386EB0B4529}">
      <dgm:prSet/>
      <dgm:spPr/>
      <dgm:t>
        <a:bodyPr/>
        <a:lstStyle/>
        <a:p>
          <a:endParaRPr lang="en-US"/>
        </a:p>
      </dgm:t>
    </dgm:pt>
    <dgm:pt modelId="{0FEEEF82-0AD5-4059-B530-8129EA8C8C9B}">
      <dgm:prSet phldrT="[Text]" phldr="0"/>
      <dgm:spPr/>
      <dgm:t>
        <a:bodyPr/>
        <a:lstStyle/>
        <a:p>
          <a:r>
            <a:rPr lang="en-US" b="1" dirty="0"/>
            <a:t>Delivery</a:t>
          </a:r>
        </a:p>
      </dgm:t>
    </dgm:pt>
    <dgm:pt modelId="{17EE3620-9EF1-4AD5-92F2-9C14690C6663}" type="parTrans" cxnId="{CB878013-2F5C-4AD9-B26E-E5DD53C75C40}">
      <dgm:prSet/>
      <dgm:spPr/>
      <dgm:t>
        <a:bodyPr/>
        <a:lstStyle/>
        <a:p>
          <a:endParaRPr lang="en-US"/>
        </a:p>
      </dgm:t>
    </dgm:pt>
    <dgm:pt modelId="{12D6059E-EF9A-4773-AC77-3373633BF736}" type="sibTrans" cxnId="{CB878013-2F5C-4AD9-B26E-E5DD53C75C40}">
      <dgm:prSet/>
      <dgm:spPr/>
      <dgm:t>
        <a:bodyPr/>
        <a:lstStyle/>
        <a:p>
          <a:endParaRPr lang="en-US"/>
        </a:p>
      </dgm:t>
    </dgm:pt>
    <dgm:pt modelId="{4B8FCE14-AAE9-433B-8FAE-1F08FA15D4F9}">
      <dgm:prSet phldrT="[Text]" phldr="0"/>
      <dgm:spPr/>
      <dgm:t>
        <a:bodyPr/>
        <a:lstStyle/>
        <a:p>
          <a:r>
            <a:rPr lang="en-US" b="1" dirty="0"/>
            <a:t>Decision 1 </a:t>
          </a:r>
        </a:p>
      </dgm:t>
    </dgm:pt>
    <dgm:pt modelId="{9549F684-B5A4-41D1-AA3D-B5A375942112}" type="parTrans" cxnId="{7D3406B5-252D-4FA5-A414-AE080C762407}">
      <dgm:prSet/>
      <dgm:spPr/>
      <dgm:t>
        <a:bodyPr/>
        <a:lstStyle/>
        <a:p>
          <a:endParaRPr lang="en-US"/>
        </a:p>
      </dgm:t>
    </dgm:pt>
    <dgm:pt modelId="{D3C3FDD4-7E01-4963-9709-53421CDD1E41}" type="sibTrans" cxnId="{7D3406B5-252D-4FA5-A414-AE080C762407}">
      <dgm:prSet/>
      <dgm:spPr/>
      <dgm:t>
        <a:bodyPr/>
        <a:lstStyle/>
        <a:p>
          <a:endParaRPr lang="en-US"/>
        </a:p>
      </dgm:t>
    </dgm:pt>
    <dgm:pt modelId="{5B1D2A33-665B-46B0-966F-ABA690FE09CE}" type="pres">
      <dgm:prSet presAssocID="{D6108306-C36F-4231-A063-2DF21D1A7A11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743E3A45-3111-43A1-AE3F-285191534B6D}" type="pres">
      <dgm:prSet presAssocID="{7E520746-6B9D-4833-BAC3-7A1BACEDE7C4}" presName="gear1" presStyleLbl="node1" presStyleIdx="0" presStyleCnt="3" custLinFactNeighborX="-1589" custLinFactNeighborY="2118">
        <dgm:presLayoutVars>
          <dgm:chMax val="1"/>
          <dgm:bulletEnabled val="1"/>
        </dgm:presLayoutVars>
      </dgm:prSet>
      <dgm:spPr/>
    </dgm:pt>
    <dgm:pt modelId="{C1609F43-8E5D-44E4-B4C0-6BAD7DE292C6}" type="pres">
      <dgm:prSet presAssocID="{7E520746-6B9D-4833-BAC3-7A1BACEDE7C4}" presName="gear1srcNode" presStyleLbl="node1" presStyleIdx="0" presStyleCnt="3"/>
      <dgm:spPr/>
    </dgm:pt>
    <dgm:pt modelId="{94B6208A-AA18-438B-B0A1-1242AD6D57BB}" type="pres">
      <dgm:prSet presAssocID="{7E520746-6B9D-4833-BAC3-7A1BACEDE7C4}" presName="gear1dstNode" presStyleLbl="node1" presStyleIdx="0" presStyleCnt="3"/>
      <dgm:spPr/>
    </dgm:pt>
    <dgm:pt modelId="{49CF1525-5FF4-459D-8F7E-6D765662D045}" type="pres">
      <dgm:prSet presAssocID="{0FEEEF82-0AD5-4059-B530-8129EA8C8C9B}" presName="gear2" presStyleLbl="node1" presStyleIdx="1" presStyleCnt="3" custLinFactNeighborX="-2734" custLinFactNeighborY="-549">
        <dgm:presLayoutVars>
          <dgm:chMax val="1"/>
          <dgm:bulletEnabled val="1"/>
        </dgm:presLayoutVars>
      </dgm:prSet>
      <dgm:spPr/>
    </dgm:pt>
    <dgm:pt modelId="{89FDD2D8-4111-4F69-95DF-ADF447AC27EC}" type="pres">
      <dgm:prSet presAssocID="{0FEEEF82-0AD5-4059-B530-8129EA8C8C9B}" presName="gear2srcNode" presStyleLbl="node1" presStyleIdx="1" presStyleCnt="3"/>
      <dgm:spPr/>
    </dgm:pt>
    <dgm:pt modelId="{174365AD-8525-4144-AC91-0E5DCF9D85B5}" type="pres">
      <dgm:prSet presAssocID="{0FEEEF82-0AD5-4059-B530-8129EA8C8C9B}" presName="gear2dstNode" presStyleLbl="node1" presStyleIdx="1" presStyleCnt="3"/>
      <dgm:spPr/>
    </dgm:pt>
    <dgm:pt modelId="{5F268CA6-5443-4CAB-A35C-83139F9EB8E6}" type="pres">
      <dgm:prSet presAssocID="{4B8FCE14-AAE9-433B-8FAE-1F08FA15D4F9}" presName="gear3" presStyleLbl="node1" presStyleIdx="2" presStyleCnt="3"/>
      <dgm:spPr/>
    </dgm:pt>
    <dgm:pt modelId="{8A6A6009-0363-4614-A6E2-C5E5C05E5C53}" type="pres">
      <dgm:prSet presAssocID="{4B8FCE14-AAE9-433B-8FAE-1F08FA15D4F9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FAB57C9B-3336-4CF4-8E29-BE3D4DF2D9BC}" type="pres">
      <dgm:prSet presAssocID="{4B8FCE14-AAE9-433B-8FAE-1F08FA15D4F9}" presName="gear3srcNode" presStyleLbl="node1" presStyleIdx="2" presStyleCnt="3"/>
      <dgm:spPr/>
    </dgm:pt>
    <dgm:pt modelId="{8B938786-5CBC-4C92-84CF-156B9677C50C}" type="pres">
      <dgm:prSet presAssocID="{4B8FCE14-AAE9-433B-8FAE-1F08FA15D4F9}" presName="gear3dstNode" presStyleLbl="node1" presStyleIdx="2" presStyleCnt="3"/>
      <dgm:spPr/>
    </dgm:pt>
    <dgm:pt modelId="{18F74385-8A98-454A-875E-4D6E037003BD}" type="pres">
      <dgm:prSet presAssocID="{6C4A83E1-A324-4488-B52D-B5836BBA2E64}" presName="connector1" presStyleLbl="sibTrans2D1" presStyleIdx="0" presStyleCnt="3"/>
      <dgm:spPr/>
    </dgm:pt>
    <dgm:pt modelId="{E72562C4-9790-41D5-962B-40706074BE20}" type="pres">
      <dgm:prSet presAssocID="{12D6059E-EF9A-4773-AC77-3373633BF736}" presName="connector2" presStyleLbl="sibTrans2D1" presStyleIdx="1" presStyleCnt="3"/>
      <dgm:spPr/>
    </dgm:pt>
    <dgm:pt modelId="{932DBEA8-DCD2-43CD-AEF2-32E45BD29546}" type="pres">
      <dgm:prSet presAssocID="{D3C3FDD4-7E01-4963-9709-53421CDD1E41}" presName="connector3" presStyleLbl="sibTrans2D1" presStyleIdx="2" presStyleCnt="3"/>
      <dgm:spPr/>
    </dgm:pt>
  </dgm:ptLst>
  <dgm:cxnLst>
    <dgm:cxn modelId="{CB878013-2F5C-4AD9-B26E-E5DD53C75C40}" srcId="{D6108306-C36F-4231-A063-2DF21D1A7A11}" destId="{0FEEEF82-0AD5-4059-B530-8129EA8C8C9B}" srcOrd="1" destOrd="0" parTransId="{17EE3620-9EF1-4AD5-92F2-9C14690C6663}" sibTransId="{12D6059E-EF9A-4773-AC77-3373633BF736}"/>
    <dgm:cxn modelId="{5A893216-6257-4492-82BF-5F9B8A13B03C}" type="presOf" srcId="{4B8FCE14-AAE9-433B-8FAE-1F08FA15D4F9}" destId="{5F268CA6-5443-4CAB-A35C-83139F9EB8E6}" srcOrd="0" destOrd="0" presId="urn:microsoft.com/office/officeart/2005/8/layout/gear1"/>
    <dgm:cxn modelId="{1CE6251C-BB48-4492-BD8C-1CDA8B226608}" type="presOf" srcId="{6C4A83E1-A324-4488-B52D-B5836BBA2E64}" destId="{18F74385-8A98-454A-875E-4D6E037003BD}" srcOrd="0" destOrd="0" presId="urn:microsoft.com/office/officeart/2005/8/layout/gear1"/>
    <dgm:cxn modelId="{A28AC32A-1AAF-4542-904A-22A9047D224D}" type="presOf" srcId="{12D6059E-EF9A-4773-AC77-3373633BF736}" destId="{E72562C4-9790-41D5-962B-40706074BE20}" srcOrd="0" destOrd="0" presId="urn:microsoft.com/office/officeart/2005/8/layout/gear1"/>
    <dgm:cxn modelId="{680A9535-9A84-4EA7-B604-9E76BB5A59F9}" type="presOf" srcId="{7E520746-6B9D-4833-BAC3-7A1BACEDE7C4}" destId="{743E3A45-3111-43A1-AE3F-285191534B6D}" srcOrd="0" destOrd="0" presId="urn:microsoft.com/office/officeart/2005/8/layout/gear1"/>
    <dgm:cxn modelId="{70427836-BD38-4B1D-99FF-4A0D5178D301}" type="presOf" srcId="{0FEEEF82-0AD5-4059-B530-8129EA8C8C9B}" destId="{89FDD2D8-4111-4F69-95DF-ADF447AC27EC}" srcOrd="1" destOrd="0" presId="urn:microsoft.com/office/officeart/2005/8/layout/gear1"/>
    <dgm:cxn modelId="{EFD94C5C-76DF-42D1-8152-2895DFEABDEC}" type="presOf" srcId="{4B8FCE14-AAE9-433B-8FAE-1F08FA15D4F9}" destId="{8A6A6009-0363-4614-A6E2-C5E5C05E5C53}" srcOrd="1" destOrd="0" presId="urn:microsoft.com/office/officeart/2005/8/layout/gear1"/>
    <dgm:cxn modelId="{14841E45-A7BD-4FBF-8AF9-FDB0BB39B4C1}" type="presOf" srcId="{D3C3FDD4-7E01-4963-9709-53421CDD1E41}" destId="{932DBEA8-DCD2-43CD-AEF2-32E45BD29546}" srcOrd="0" destOrd="0" presId="urn:microsoft.com/office/officeart/2005/8/layout/gear1"/>
    <dgm:cxn modelId="{6BA08C71-0E92-48BF-BA1F-2FB36D1FBEC9}" type="presOf" srcId="{0FEEEF82-0AD5-4059-B530-8129EA8C8C9B}" destId="{49CF1525-5FF4-459D-8F7E-6D765662D045}" srcOrd="0" destOrd="0" presId="urn:microsoft.com/office/officeart/2005/8/layout/gear1"/>
    <dgm:cxn modelId="{91DB9657-8369-42AF-A67B-1F9D6DEAD7B1}" type="presOf" srcId="{D6108306-C36F-4231-A063-2DF21D1A7A11}" destId="{5B1D2A33-665B-46B0-966F-ABA690FE09CE}" srcOrd="0" destOrd="0" presId="urn:microsoft.com/office/officeart/2005/8/layout/gear1"/>
    <dgm:cxn modelId="{70179393-71A8-4B51-93B1-DDE1C381AF29}" type="presOf" srcId="{0FEEEF82-0AD5-4059-B530-8129EA8C8C9B}" destId="{174365AD-8525-4144-AC91-0E5DCF9D85B5}" srcOrd="2" destOrd="0" presId="urn:microsoft.com/office/officeart/2005/8/layout/gear1"/>
    <dgm:cxn modelId="{4A8FF194-B586-4A8E-B3D6-6ADAF93C255D}" type="presOf" srcId="{7E520746-6B9D-4833-BAC3-7A1BACEDE7C4}" destId="{C1609F43-8E5D-44E4-B4C0-6BAD7DE292C6}" srcOrd="1" destOrd="0" presId="urn:microsoft.com/office/officeart/2005/8/layout/gear1"/>
    <dgm:cxn modelId="{7D3406B5-252D-4FA5-A414-AE080C762407}" srcId="{D6108306-C36F-4231-A063-2DF21D1A7A11}" destId="{4B8FCE14-AAE9-433B-8FAE-1F08FA15D4F9}" srcOrd="2" destOrd="0" parTransId="{9549F684-B5A4-41D1-AA3D-B5A375942112}" sibTransId="{D3C3FDD4-7E01-4963-9709-53421CDD1E41}"/>
    <dgm:cxn modelId="{1CCF65B5-8DC0-4511-9F7C-5386EB0B4529}" srcId="{D6108306-C36F-4231-A063-2DF21D1A7A11}" destId="{7E520746-6B9D-4833-BAC3-7A1BACEDE7C4}" srcOrd="0" destOrd="0" parTransId="{82460636-FCF5-4D55-A92A-2335DAF6A3D2}" sibTransId="{6C4A83E1-A324-4488-B52D-B5836BBA2E64}"/>
    <dgm:cxn modelId="{81AAC2BA-262B-4F9B-91A9-7F6871E26C5F}" type="presOf" srcId="{4B8FCE14-AAE9-433B-8FAE-1F08FA15D4F9}" destId="{FAB57C9B-3336-4CF4-8E29-BE3D4DF2D9BC}" srcOrd="2" destOrd="0" presId="urn:microsoft.com/office/officeart/2005/8/layout/gear1"/>
    <dgm:cxn modelId="{10BC74E4-FF3D-41B5-BFB9-11FC2064CB0E}" type="presOf" srcId="{4B8FCE14-AAE9-433B-8FAE-1F08FA15D4F9}" destId="{8B938786-5CBC-4C92-84CF-156B9677C50C}" srcOrd="3" destOrd="0" presId="urn:microsoft.com/office/officeart/2005/8/layout/gear1"/>
    <dgm:cxn modelId="{DD3384EB-028D-4F82-B4CA-B0B506095D5E}" type="presOf" srcId="{7E520746-6B9D-4833-BAC3-7A1BACEDE7C4}" destId="{94B6208A-AA18-438B-B0A1-1242AD6D57BB}" srcOrd="2" destOrd="0" presId="urn:microsoft.com/office/officeart/2005/8/layout/gear1"/>
    <dgm:cxn modelId="{0E3DABDD-E522-4337-A645-625AFA6F45AF}" type="presParOf" srcId="{5B1D2A33-665B-46B0-966F-ABA690FE09CE}" destId="{743E3A45-3111-43A1-AE3F-285191534B6D}" srcOrd="0" destOrd="0" presId="urn:microsoft.com/office/officeart/2005/8/layout/gear1"/>
    <dgm:cxn modelId="{C7A1419F-95CA-45AA-83B4-5D204A68627C}" type="presParOf" srcId="{5B1D2A33-665B-46B0-966F-ABA690FE09CE}" destId="{C1609F43-8E5D-44E4-B4C0-6BAD7DE292C6}" srcOrd="1" destOrd="0" presId="urn:microsoft.com/office/officeart/2005/8/layout/gear1"/>
    <dgm:cxn modelId="{94238269-1421-45CC-BC36-9EFB86B0F619}" type="presParOf" srcId="{5B1D2A33-665B-46B0-966F-ABA690FE09CE}" destId="{94B6208A-AA18-438B-B0A1-1242AD6D57BB}" srcOrd="2" destOrd="0" presId="urn:microsoft.com/office/officeart/2005/8/layout/gear1"/>
    <dgm:cxn modelId="{AEF70526-B6F6-4DCA-9CDE-4D4EA537BE0F}" type="presParOf" srcId="{5B1D2A33-665B-46B0-966F-ABA690FE09CE}" destId="{49CF1525-5FF4-459D-8F7E-6D765662D045}" srcOrd="3" destOrd="0" presId="urn:microsoft.com/office/officeart/2005/8/layout/gear1"/>
    <dgm:cxn modelId="{7A776437-963C-4CB0-87FE-3D1A288311A3}" type="presParOf" srcId="{5B1D2A33-665B-46B0-966F-ABA690FE09CE}" destId="{89FDD2D8-4111-4F69-95DF-ADF447AC27EC}" srcOrd="4" destOrd="0" presId="urn:microsoft.com/office/officeart/2005/8/layout/gear1"/>
    <dgm:cxn modelId="{576A669A-D9F0-4C7C-A803-869E73582CCE}" type="presParOf" srcId="{5B1D2A33-665B-46B0-966F-ABA690FE09CE}" destId="{174365AD-8525-4144-AC91-0E5DCF9D85B5}" srcOrd="5" destOrd="0" presId="urn:microsoft.com/office/officeart/2005/8/layout/gear1"/>
    <dgm:cxn modelId="{CF66A86F-6EBB-4D0C-8EE9-139E802C22AF}" type="presParOf" srcId="{5B1D2A33-665B-46B0-966F-ABA690FE09CE}" destId="{5F268CA6-5443-4CAB-A35C-83139F9EB8E6}" srcOrd="6" destOrd="0" presId="urn:microsoft.com/office/officeart/2005/8/layout/gear1"/>
    <dgm:cxn modelId="{83E4C223-56ED-4888-B64F-37A451347CC2}" type="presParOf" srcId="{5B1D2A33-665B-46B0-966F-ABA690FE09CE}" destId="{8A6A6009-0363-4614-A6E2-C5E5C05E5C53}" srcOrd="7" destOrd="0" presId="urn:microsoft.com/office/officeart/2005/8/layout/gear1"/>
    <dgm:cxn modelId="{57FD1D54-4FAF-4C77-AC62-F4C73E04FFD1}" type="presParOf" srcId="{5B1D2A33-665B-46B0-966F-ABA690FE09CE}" destId="{FAB57C9B-3336-4CF4-8E29-BE3D4DF2D9BC}" srcOrd="8" destOrd="0" presId="urn:microsoft.com/office/officeart/2005/8/layout/gear1"/>
    <dgm:cxn modelId="{480F7EA5-174B-410B-9609-C07671BFA7C0}" type="presParOf" srcId="{5B1D2A33-665B-46B0-966F-ABA690FE09CE}" destId="{8B938786-5CBC-4C92-84CF-156B9677C50C}" srcOrd="9" destOrd="0" presId="urn:microsoft.com/office/officeart/2005/8/layout/gear1"/>
    <dgm:cxn modelId="{66957B5B-FAFB-4437-B74B-D86D8A967E19}" type="presParOf" srcId="{5B1D2A33-665B-46B0-966F-ABA690FE09CE}" destId="{18F74385-8A98-454A-875E-4D6E037003BD}" srcOrd="10" destOrd="0" presId="urn:microsoft.com/office/officeart/2005/8/layout/gear1"/>
    <dgm:cxn modelId="{7E5020F0-D745-42DD-A017-65FD5C6681F4}" type="presParOf" srcId="{5B1D2A33-665B-46B0-966F-ABA690FE09CE}" destId="{E72562C4-9790-41D5-962B-40706074BE20}" srcOrd="11" destOrd="0" presId="urn:microsoft.com/office/officeart/2005/8/layout/gear1"/>
    <dgm:cxn modelId="{7E88D88A-3AC9-4AD6-8BF4-524CF59C587D}" type="presParOf" srcId="{5B1D2A33-665B-46B0-966F-ABA690FE09CE}" destId="{932DBEA8-DCD2-43CD-AEF2-32E45BD29546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B164FD9-2647-456E-904B-60393645DCF4}" type="doc">
      <dgm:prSet loTypeId="urn:microsoft.com/office/officeart/2005/8/layout/gear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8637E9-A8B0-4068-95FE-3FA25DC5B4A2}">
      <dgm:prSet phldrT="[Text]" phldr="0"/>
      <dgm:spPr/>
      <dgm:t>
        <a:bodyPr/>
        <a:lstStyle/>
        <a:p>
          <a:r>
            <a:rPr lang="en-US" b="1" dirty="0"/>
            <a:t>Convert one time buyers into repeated customers </a:t>
          </a:r>
        </a:p>
      </dgm:t>
    </dgm:pt>
    <dgm:pt modelId="{825370F0-A567-4A5D-9CEE-4878A4AFAC39}" type="parTrans" cxnId="{E4BBFE81-7563-4CB9-A220-5E14DA830DCD}">
      <dgm:prSet/>
      <dgm:spPr/>
      <dgm:t>
        <a:bodyPr/>
        <a:lstStyle/>
        <a:p>
          <a:endParaRPr lang="en-US"/>
        </a:p>
      </dgm:t>
    </dgm:pt>
    <dgm:pt modelId="{1DA4557A-F27E-4872-BD3C-C644102CACAE}" type="sibTrans" cxnId="{E4BBFE81-7563-4CB9-A220-5E14DA830DCD}">
      <dgm:prSet/>
      <dgm:spPr/>
      <dgm:t>
        <a:bodyPr/>
        <a:lstStyle/>
        <a:p>
          <a:endParaRPr lang="en-US"/>
        </a:p>
      </dgm:t>
    </dgm:pt>
    <dgm:pt modelId="{93E42629-760C-47CA-86FD-172FAE556C96}">
      <dgm:prSet phldrT="[Text]" phldr="0"/>
      <dgm:spPr/>
      <dgm:t>
        <a:bodyPr/>
        <a:lstStyle/>
        <a:p>
          <a:r>
            <a:rPr lang="en-US" b="1" dirty="0"/>
            <a:t>Buyers</a:t>
          </a:r>
          <a:r>
            <a:rPr lang="en-US" dirty="0"/>
            <a:t> </a:t>
          </a:r>
        </a:p>
      </dgm:t>
    </dgm:pt>
    <dgm:pt modelId="{D0DE80F8-E225-4373-891B-9E0B669F54D0}" type="parTrans" cxnId="{0C666B61-21FE-496C-8D38-0695B2D22904}">
      <dgm:prSet/>
      <dgm:spPr/>
      <dgm:t>
        <a:bodyPr/>
        <a:lstStyle/>
        <a:p>
          <a:endParaRPr lang="en-US"/>
        </a:p>
      </dgm:t>
    </dgm:pt>
    <dgm:pt modelId="{F7BE3131-300C-411D-97E3-09E722888C67}" type="sibTrans" cxnId="{0C666B61-21FE-496C-8D38-0695B2D22904}">
      <dgm:prSet/>
      <dgm:spPr/>
      <dgm:t>
        <a:bodyPr/>
        <a:lstStyle/>
        <a:p>
          <a:endParaRPr lang="en-US"/>
        </a:p>
      </dgm:t>
    </dgm:pt>
    <dgm:pt modelId="{BE6B642C-DDDF-4909-AC61-5278ABDDC496}">
      <dgm:prSet phldrT="[Text]" phldr="0"/>
      <dgm:spPr/>
      <dgm:t>
        <a:bodyPr/>
        <a:lstStyle/>
        <a:p>
          <a:r>
            <a:rPr lang="en-US" b="1" dirty="0"/>
            <a:t>Decision 2</a:t>
          </a:r>
          <a:r>
            <a:rPr lang="en-US" dirty="0"/>
            <a:t> </a:t>
          </a:r>
        </a:p>
      </dgm:t>
    </dgm:pt>
    <dgm:pt modelId="{CB1D7050-B238-47E7-AF3F-99D418FAF9DA}" type="parTrans" cxnId="{D3D50162-C500-4F72-8FF1-CF5FB35AD8BB}">
      <dgm:prSet/>
      <dgm:spPr/>
      <dgm:t>
        <a:bodyPr/>
        <a:lstStyle/>
        <a:p>
          <a:endParaRPr lang="en-US"/>
        </a:p>
      </dgm:t>
    </dgm:pt>
    <dgm:pt modelId="{CEB88E67-E193-4235-90C3-3AC171920D95}" type="sibTrans" cxnId="{D3D50162-C500-4F72-8FF1-CF5FB35AD8BB}">
      <dgm:prSet/>
      <dgm:spPr/>
      <dgm:t>
        <a:bodyPr/>
        <a:lstStyle/>
        <a:p>
          <a:endParaRPr lang="en-US"/>
        </a:p>
      </dgm:t>
    </dgm:pt>
    <dgm:pt modelId="{28D72E49-7307-45DD-B0F1-883F09B2AE88}" type="pres">
      <dgm:prSet presAssocID="{0B164FD9-2647-456E-904B-60393645DCF4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B23BE3E1-5FF6-4CC8-94A9-AA058DD5F463}" type="pres">
      <dgm:prSet presAssocID="{B08637E9-A8B0-4068-95FE-3FA25DC5B4A2}" presName="gear1" presStyleLbl="node1" presStyleIdx="0" presStyleCnt="3">
        <dgm:presLayoutVars>
          <dgm:chMax val="1"/>
          <dgm:bulletEnabled val="1"/>
        </dgm:presLayoutVars>
      </dgm:prSet>
      <dgm:spPr/>
    </dgm:pt>
    <dgm:pt modelId="{359F079E-2324-49C4-B0DE-7E64DF9BCB66}" type="pres">
      <dgm:prSet presAssocID="{B08637E9-A8B0-4068-95FE-3FA25DC5B4A2}" presName="gear1srcNode" presStyleLbl="node1" presStyleIdx="0" presStyleCnt="3"/>
      <dgm:spPr/>
    </dgm:pt>
    <dgm:pt modelId="{78AE1C64-D148-4F3F-AF7F-8A8585AF31FE}" type="pres">
      <dgm:prSet presAssocID="{B08637E9-A8B0-4068-95FE-3FA25DC5B4A2}" presName="gear1dstNode" presStyleLbl="node1" presStyleIdx="0" presStyleCnt="3"/>
      <dgm:spPr/>
    </dgm:pt>
    <dgm:pt modelId="{779D548B-507B-407A-9F9B-13862A3246CE}" type="pres">
      <dgm:prSet presAssocID="{93E42629-760C-47CA-86FD-172FAE556C96}" presName="gear2" presStyleLbl="node1" presStyleIdx="1" presStyleCnt="3">
        <dgm:presLayoutVars>
          <dgm:chMax val="1"/>
          <dgm:bulletEnabled val="1"/>
        </dgm:presLayoutVars>
      </dgm:prSet>
      <dgm:spPr/>
    </dgm:pt>
    <dgm:pt modelId="{6B9EC02F-131C-43E1-A915-F0C5B5894480}" type="pres">
      <dgm:prSet presAssocID="{93E42629-760C-47CA-86FD-172FAE556C96}" presName="gear2srcNode" presStyleLbl="node1" presStyleIdx="1" presStyleCnt="3"/>
      <dgm:spPr/>
    </dgm:pt>
    <dgm:pt modelId="{A9FA0F43-AB45-428D-991D-39ADB081610D}" type="pres">
      <dgm:prSet presAssocID="{93E42629-760C-47CA-86FD-172FAE556C96}" presName="gear2dstNode" presStyleLbl="node1" presStyleIdx="1" presStyleCnt="3"/>
      <dgm:spPr/>
    </dgm:pt>
    <dgm:pt modelId="{DA510697-E60F-465A-BBBA-E2F7B44053E2}" type="pres">
      <dgm:prSet presAssocID="{BE6B642C-DDDF-4909-AC61-5278ABDDC496}" presName="gear3" presStyleLbl="node1" presStyleIdx="2" presStyleCnt="3" custLinFactNeighborX="-3024" custLinFactNeighborY="-168"/>
      <dgm:spPr/>
    </dgm:pt>
    <dgm:pt modelId="{B137DE5E-F9BD-49CA-909E-64E45E198997}" type="pres">
      <dgm:prSet presAssocID="{BE6B642C-DDDF-4909-AC61-5278ABDDC496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74591B7D-6DAB-4071-9BBA-2B1FAA1423B0}" type="pres">
      <dgm:prSet presAssocID="{BE6B642C-DDDF-4909-AC61-5278ABDDC496}" presName="gear3srcNode" presStyleLbl="node1" presStyleIdx="2" presStyleCnt="3"/>
      <dgm:spPr/>
    </dgm:pt>
    <dgm:pt modelId="{5BCBE45D-1304-4B40-94F2-015AD52BA5DB}" type="pres">
      <dgm:prSet presAssocID="{BE6B642C-DDDF-4909-AC61-5278ABDDC496}" presName="gear3dstNode" presStyleLbl="node1" presStyleIdx="2" presStyleCnt="3"/>
      <dgm:spPr/>
    </dgm:pt>
    <dgm:pt modelId="{F3F836A2-C289-4A40-8A2E-691443CE5658}" type="pres">
      <dgm:prSet presAssocID="{1DA4557A-F27E-4872-BD3C-C644102CACAE}" presName="connector1" presStyleLbl="sibTrans2D1" presStyleIdx="0" presStyleCnt="3"/>
      <dgm:spPr/>
    </dgm:pt>
    <dgm:pt modelId="{55EEA144-4382-48BF-B2FD-BAF5E0D7818F}" type="pres">
      <dgm:prSet presAssocID="{F7BE3131-300C-411D-97E3-09E722888C67}" presName="connector2" presStyleLbl="sibTrans2D1" presStyleIdx="1" presStyleCnt="3"/>
      <dgm:spPr/>
    </dgm:pt>
    <dgm:pt modelId="{296322C0-61BA-40C1-881D-816FCF0F5622}" type="pres">
      <dgm:prSet presAssocID="{CEB88E67-E193-4235-90C3-3AC171920D95}" presName="connector3" presStyleLbl="sibTrans2D1" presStyleIdx="2" presStyleCnt="3"/>
      <dgm:spPr/>
    </dgm:pt>
  </dgm:ptLst>
  <dgm:cxnLst>
    <dgm:cxn modelId="{7B2AF608-D1D1-4D9E-8BCB-039733EE0A13}" type="presOf" srcId="{BE6B642C-DDDF-4909-AC61-5278ABDDC496}" destId="{5BCBE45D-1304-4B40-94F2-015AD52BA5DB}" srcOrd="3" destOrd="0" presId="urn:microsoft.com/office/officeart/2005/8/layout/gear1"/>
    <dgm:cxn modelId="{3B73471B-2D2F-486F-B020-13A618FB798A}" type="presOf" srcId="{1DA4557A-F27E-4872-BD3C-C644102CACAE}" destId="{F3F836A2-C289-4A40-8A2E-691443CE5658}" srcOrd="0" destOrd="0" presId="urn:microsoft.com/office/officeart/2005/8/layout/gear1"/>
    <dgm:cxn modelId="{270D483C-C8FA-4247-8B54-A483CE493A3B}" type="presOf" srcId="{BE6B642C-DDDF-4909-AC61-5278ABDDC496}" destId="{B137DE5E-F9BD-49CA-909E-64E45E198997}" srcOrd="1" destOrd="0" presId="urn:microsoft.com/office/officeart/2005/8/layout/gear1"/>
    <dgm:cxn modelId="{0C666B61-21FE-496C-8D38-0695B2D22904}" srcId="{0B164FD9-2647-456E-904B-60393645DCF4}" destId="{93E42629-760C-47CA-86FD-172FAE556C96}" srcOrd="1" destOrd="0" parTransId="{D0DE80F8-E225-4373-891B-9E0B669F54D0}" sibTransId="{F7BE3131-300C-411D-97E3-09E722888C67}"/>
    <dgm:cxn modelId="{D3D50162-C500-4F72-8FF1-CF5FB35AD8BB}" srcId="{0B164FD9-2647-456E-904B-60393645DCF4}" destId="{BE6B642C-DDDF-4909-AC61-5278ABDDC496}" srcOrd="2" destOrd="0" parTransId="{CB1D7050-B238-47E7-AF3F-99D418FAF9DA}" sibTransId="{CEB88E67-E193-4235-90C3-3AC171920D95}"/>
    <dgm:cxn modelId="{AA195F4A-D000-4FA0-8F3D-27F089E01D74}" type="presOf" srcId="{B08637E9-A8B0-4068-95FE-3FA25DC5B4A2}" destId="{359F079E-2324-49C4-B0DE-7E64DF9BCB66}" srcOrd="1" destOrd="0" presId="urn:microsoft.com/office/officeart/2005/8/layout/gear1"/>
    <dgm:cxn modelId="{6CE90B75-E826-47E6-B3F0-E4FD27F46737}" type="presOf" srcId="{CEB88E67-E193-4235-90C3-3AC171920D95}" destId="{296322C0-61BA-40C1-881D-816FCF0F5622}" srcOrd="0" destOrd="0" presId="urn:microsoft.com/office/officeart/2005/8/layout/gear1"/>
    <dgm:cxn modelId="{10A72E59-21A1-47FF-A306-D946E625071D}" type="presOf" srcId="{0B164FD9-2647-456E-904B-60393645DCF4}" destId="{28D72E49-7307-45DD-B0F1-883F09B2AE88}" srcOrd="0" destOrd="0" presId="urn:microsoft.com/office/officeart/2005/8/layout/gear1"/>
    <dgm:cxn modelId="{2D224281-9D06-4B0D-8C85-ABCA8389B2D1}" type="presOf" srcId="{B08637E9-A8B0-4068-95FE-3FA25DC5B4A2}" destId="{B23BE3E1-5FF6-4CC8-94A9-AA058DD5F463}" srcOrd="0" destOrd="0" presId="urn:microsoft.com/office/officeart/2005/8/layout/gear1"/>
    <dgm:cxn modelId="{E4BBFE81-7563-4CB9-A220-5E14DA830DCD}" srcId="{0B164FD9-2647-456E-904B-60393645DCF4}" destId="{B08637E9-A8B0-4068-95FE-3FA25DC5B4A2}" srcOrd="0" destOrd="0" parTransId="{825370F0-A567-4A5D-9CEE-4878A4AFAC39}" sibTransId="{1DA4557A-F27E-4872-BD3C-C644102CACAE}"/>
    <dgm:cxn modelId="{CA894499-3D11-4DD9-9B30-24CD68CAFD00}" type="presOf" srcId="{93E42629-760C-47CA-86FD-172FAE556C96}" destId="{779D548B-507B-407A-9F9B-13862A3246CE}" srcOrd="0" destOrd="0" presId="urn:microsoft.com/office/officeart/2005/8/layout/gear1"/>
    <dgm:cxn modelId="{92C0F6A1-1EC1-45D2-9D1C-42FCC534B010}" type="presOf" srcId="{BE6B642C-DDDF-4909-AC61-5278ABDDC496}" destId="{DA510697-E60F-465A-BBBA-E2F7B44053E2}" srcOrd="0" destOrd="0" presId="urn:microsoft.com/office/officeart/2005/8/layout/gear1"/>
    <dgm:cxn modelId="{B7EAFFAA-8E87-41E2-ABE9-9F4DEDA94DF4}" type="presOf" srcId="{B08637E9-A8B0-4068-95FE-3FA25DC5B4A2}" destId="{78AE1C64-D148-4F3F-AF7F-8A8585AF31FE}" srcOrd="2" destOrd="0" presId="urn:microsoft.com/office/officeart/2005/8/layout/gear1"/>
    <dgm:cxn modelId="{99AD92C5-DA58-4991-BC84-C1C6A7250F19}" type="presOf" srcId="{93E42629-760C-47CA-86FD-172FAE556C96}" destId="{A9FA0F43-AB45-428D-991D-39ADB081610D}" srcOrd="2" destOrd="0" presId="urn:microsoft.com/office/officeart/2005/8/layout/gear1"/>
    <dgm:cxn modelId="{AEA9F1D3-7266-49CB-8C39-DF417774C9DE}" type="presOf" srcId="{BE6B642C-DDDF-4909-AC61-5278ABDDC496}" destId="{74591B7D-6DAB-4071-9BBA-2B1FAA1423B0}" srcOrd="2" destOrd="0" presId="urn:microsoft.com/office/officeart/2005/8/layout/gear1"/>
    <dgm:cxn modelId="{FCB1D6D6-6442-4815-988C-187FDD4EE219}" type="presOf" srcId="{F7BE3131-300C-411D-97E3-09E722888C67}" destId="{55EEA144-4382-48BF-B2FD-BAF5E0D7818F}" srcOrd="0" destOrd="0" presId="urn:microsoft.com/office/officeart/2005/8/layout/gear1"/>
    <dgm:cxn modelId="{E9050BD9-0B6C-4FDA-AD5B-94F7247D08F0}" type="presOf" srcId="{93E42629-760C-47CA-86FD-172FAE556C96}" destId="{6B9EC02F-131C-43E1-A915-F0C5B5894480}" srcOrd="1" destOrd="0" presId="urn:microsoft.com/office/officeart/2005/8/layout/gear1"/>
    <dgm:cxn modelId="{BB7D5CAF-B1ED-4693-AC6D-B4498F75AE06}" type="presParOf" srcId="{28D72E49-7307-45DD-B0F1-883F09B2AE88}" destId="{B23BE3E1-5FF6-4CC8-94A9-AA058DD5F463}" srcOrd="0" destOrd="0" presId="urn:microsoft.com/office/officeart/2005/8/layout/gear1"/>
    <dgm:cxn modelId="{72F5BDB1-97F3-4675-8031-5A49E32A3E8B}" type="presParOf" srcId="{28D72E49-7307-45DD-B0F1-883F09B2AE88}" destId="{359F079E-2324-49C4-B0DE-7E64DF9BCB66}" srcOrd="1" destOrd="0" presId="urn:microsoft.com/office/officeart/2005/8/layout/gear1"/>
    <dgm:cxn modelId="{017B8BEF-22F9-4D80-B445-50B78002F49B}" type="presParOf" srcId="{28D72E49-7307-45DD-B0F1-883F09B2AE88}" destId="{78AE1C64-D148-4F3F-AF7F-8A8585AF31FE}" srcOrd="2" destOrd="0" presId="urn:microsoft.com/office/officeart/2005/8/layout/gear1"/>
    <dgm:cxn modelId="{AF359791-C0E4-4875-BE8D-0054B24F16A6}" type="presParOf" srcId="{28D72E49-7307-45DD-B0F1-883F09B2AE88}" destId="{779D548B-507B-407A-9F9B-13862A3246CE}" srcOrd="3" destOrd="0" presId="urn:microsoft.com/office/officeart/2005/8/layout/gear1"/>
    <dgm:cxn modelId="{94447AAC-0EE6-4D24-A257-FC63979266D2}" type="presParOf" srcId="{28D72E49-7307-45DD-B0F1-883F09B2AE88}" destId="{6B9EC02F-131C-43E1-A915-F0C5B5894480}" srcOrd="4" destOrd="0" presId="urn:microsoft.com/office/officeart/2005/8/layout/gear1"/>
    <dgm:cxn modelId="{AE5ABBE4-6C4E-4E7E-949C-AFF4BA9E482B}" type="presParOf" srcId="{28D72E49-7307-45DD-B0F1-883F09B2AE88}" destId="{A9FA0F43-AB45-428D-991D-39ADB081610D}" srcOrd="5" destOrd="0" presId="urn:microsoft.com/office/officeart/2005/8/layout/gear1"/>
    <dgm:cxn modelId="{3A6D9155-58DF-4DDA-A2EA-FB011EEE1072}" type="presParOf" srcId="{28D72E49-7307-45DD-B0F1-883F09B2AE88}" destId="{DA510697-E60F-465A-BBBA-E2F7B44053E2}" srcOrd="6" destOrd="0" presId="urn:microsoft.com/office/officeart/2005/8/layout/gear1"/>
    <dgm:cxn modelId="{B53695B6-6F37-4228-8942-E663FCA2AED9}" type="presParOf" srcId="{28D72E49-7307-45DD-B0F1-883F09B2AE88}" destId="{B137DE5E-F9BD-49CA-909E-64E45E198997}" srcOrd="7" destOrd="0" presId="urn:microsoft.com/office/officeart/2005/8/layout/gear1"/>
    <dgm:cxn modelId="{FDAD2E9A-4A15-42EE-9D3E-D49EF70EAA36}" type="presParOf" srcId="{28D72E49-7307-45DD-B0F1-883F09B2AE88}" destId="{74591B7D-6DAB-4071-9BBA-2B1FAA1423B0}" srcOrd="8" destOrd="0" presId="urn:microsoft.com/office/officeart/2005/8/layout/gear1"/>
    <dgm:cxn modelId="{7A88C001-24D6-43BA-B71E-F88E4518C0A2}" type="presParOf" srcId="{28D72E49-7307-45DD-B0F1-883F09B2AE88}" destId="{5BCBE45D-1304-4B40-94F2-015AD52BA5DB}" srcOrd="9" destOrd="0" presId="urn:microsoft.com/office/officeart/2005/8/layout/gear1"/>
    <dgm:cxn modelId="{3877006D-B048-4566-A084-952DF27A6BCB}" type="presParOf" srcId="{28D72E49-7307-45DD-B0F1-883F09B2AE88}" destId="{F3F836A2-C289-4A40-8A2E-691443CE5658}" srcOrd="10" destOrd="0" presId="urn:microsoft.com/office/officeart/2005/8/layout/gear1"/>
    <dgm:cxn modelId="{F7E1CE8D-D705-4F34-BD59-2896AE116C1B}" type="presParOf" srcId="{28D72E49-7307-45DD-B0F1-883F09B2AE88}" destId="{55EEA144-4382-48BF-B2FD-BAF5E0D7818F}" srcOrd="11" destOrd="0" presId="urn:microsoft.com/office/officeart/2005/8/layout/gear1"/>
    <dgm:cxn modelId="{6EAC3622-F285-4434-A3C6-5E8AED2AFE2A}" type="presParOf" srcId="{28D72E49-7307-45DD-B0F1-883F09B2AE88}" destId="{296322C0-61BA-40C1-881D-816FCF0F5622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7590487-0138-494C-A2A9-6BCE3A20B4A7}" type="doc">
      <dgm:prSet loTypeId="urn:microsoft.com/office/officeart/2005/8/layout/gear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51A4934-DE13-4AC7-B88D-00C7C71E5519}">
      <dgm:prSet phldrT="[Text]" phldr="0"/>
      <dgm:spPr/>
      <dgm:t>
        <a:bodyPr/>
        <a:lstStyle/>
        <a:p>
          <a:r>
            <a:rPr lang="en-US" b="1" dirty="0"/>
            <a:t>Raise basket size through cross sell </a:t>
          </a:r>
        </a:p>
      </dgm:t>
    </dgm:pt>
    <dgm:pt modelId="{9F5D816D-0E83-4B47-91A9-4B7F113BB614}" type="parTrans" cxnId="{8519255D-3DEE-43D5-807C-DC084C09559F}">
      <dgm:prSet/>
      <dgm:spPr/>
      <dgm:t>
        <a:bodyPr/>
        <a:lstStyle/>
        <a:p>
          <a:endParaRPr lang="en-US"/>
        </a:p>
      </dgm:t>
    </dgm:pt>
    <dgm:pt modelId="{D4AC1337-BF3E-4FA7-B622-9B5E8E41BEB4}" type="sibTrans" cxnId="{8519255D-3DEE-43D5-807C-DC084C09559F}">
      <dgm:prSet/>
      <dgm:spPr/>
      <dgm:t>
        <a:bodyPr/>
        <a:lstStyle/>
        <a:p>
          <a:endParaRPr lang="en-US"/>
        </a:p>
      </dgm:t>
    </dgm:pt>
    <dgm:pt modelId="{5D0CFCBB-7A05-4052-A982-A8E835498647}">
      <dgm:prSet phldrT="[Text]" phldr="0"/>
      <dgm:spPr/>
      <dgm:t>
        <a:bodyPr/>
        <a:lstStyle/>
        <a:p>
          <a:r>
            <a:rPr lang="en-US" b="1" dirty="0"/>
            <a:t>Basket size</a:t>
          </a:r>
        </a:p>
      </dgm:t>
    </dgm:pt>
    <dgm:pt modelId="{30979596-605C-45A9-997D-CF588C50C4B5}" type="parTrans" cxnId="{A620349E-9528-422C-AEDA-03BB2FE551FD}">
      <dgm:prSet/>
      <dgm:spPr/>
      <dgm:t>
        <a:bodyPr/>
        <a:lstStyle/>
        <a:p>
          <a:endParaRPr lang="en-US"/>
        </a:p>
      </dgm:t>
    </dgm:pt>
    <dgm:pt modelId="{FFA4C32E-FCC3-4B09-9442-7F42AF23C601}" type="sibTrans" cxnId="{A620349E-9528-422C-AEDA-03BB2FE551FD}">
      <dgm:prSet/>
      <dgm:spPr/>
      <dgm:t>
        <a:bodyPr/>
        <a:lstStyle/>
        <a:p>
          <a:endParaRPr lang="en-US"/>
        </a:p>
      </dgm:t>
    </dgm:pt>
    <dgm:pt modelId="{9E133922-72DF-40DC-BB7D-DD8D4AB4D949}">
      <dgm:prSet phldrT="[Text]" phldr="0"/>
      <dgm:spPr/>
      <dgm:t>
        <a:bodyPr/>
        <a:lstStyle/>
        <a:p>
          <a:r>
            <a:rPr lang="en-US" b="1" dirty="0"/>
            <a:t>Decision 3</a:t>
          </a:r>
          <a:r>
            <a:rPr lang="en-US" dirty="0"/>
            <a:t> </a:t>
          </a:r>
        </a:p>
      </dgm:t>
    </dgm:pt>
    <dgm:pt modelId="{D59281BF-9042-4C5E-BEEF-47CBFED8EFE6}" type="parTrans" cxnId="{74895666-D192-448D-81ED-BD221A652D0C}">
      <dgm:prSet/>
      <dgm:spPr/>
      <dgm:t>
        <a:bodyPr/>
        <a:lstStyle/>
        <a:p>
          <a:endParaRPr lang="en-US"/>
        </a:p>
      </dgm:t>
    </dgm:pt>
    <dgm:pt modelId="{3C32ACA3-6039-410E-B22C-EC68FF03E137}" type="sibTrans" cxnId="{74895666-D192-448D-81ED-BD221A652D0C}">
      <dgm:prSet/>
      <dgm:spPr/>
      <dgm:t>
        <a:bodyPr/>
        <a:lstStyle/>
        <a:p>
          <a:endParaRPr lang="en-US"/>
        </a:p>
      </dgm:t>
    </dgm:pt>
    <dgm:pt modelId="{FCB99147-D977-446D-A2D0-8D169CB0A633}" type="pres">
      <dgm:prSet presAssocID="{77590487-0138-494C-A2A9-6BCE3A20B4A7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BB2D74AD-428D-4490-B44E-F43022C0FAC6}" type="pres">
      <dgm:prSet presAssocID="{B51A4934-DE13-4AC7-B88D-00C7C71E5519}" presName="gear1" presStyleLbl="node1" presStyleIdx="0" presStyleCnt="3">
        <dgm:presLayoutVars>
          <dgm:chMax val="1"/>
          <dgm:bulletEnabled val="1"/>
        </dgm:presLayoutVars>
      </dgm:prSet>
      <dgm:spPr/>
    </dgm:pt>
    <dgm:pt modelId="{B4E301FE-9BF1-43F2-966C-368AAC846F49}" type="pres">
      <dgm:prSet presAssocID="{B51A4934-DE13-4AC7-B88D-00C7C71E5519}" presName="gear1srcNode" presStyleLbl="node1" presStyleIdx="0" presStyleCnt="3"/>
      <dgm:spPr/>
    </dgm:pt>
    <dgm:pt modelId="{CF06611D-4CD0-4AB1-86EF-FDBA0AD0549F}" type="pres">
      <dgm:prSet presAssocID="{B51A4934-DE13-4AC7-B88D-00C7C71E5519}" presName="gear1dstNode" presStyleLbl="node1" presStyleIdx="0" presStyleCnt="3"/>
      <dgm:spPr/>
    </dgm:pt>
    <dgm:pt modelId="{E1434C9F-BB8D-4340-B553-470D818590A4}" type="pres">
      <dgm:prSet presAssocID="{5D0CFCBB-7A05-4052-A982-A8E835498647}" presName="gear2" presStyleLbl="node1" presStyleIdx="1" presStyleCnt="3">
        <dgm:presLayoutVars>
          <dgm:chMax val="1"/>
          <dgm:bulletEnabled val="1"/>
        </dgm:presLayoutVars>
      </dgm:prSet>
      <dgm:spPr/>
    </dgm:pt>
    <dgm:pt modelId="{951DF9CB-849A-4215-9844-9061C7ED01A8}" type="pres">
      <dgm:prSet presAssocID="{5D0CFCBB-7A05-4052-A982-A8E835498647}" presName="gear2srcNode" presStyleLbl="node1" presStyleIdx="1" presStyleCnt="3"/>
      <dgm:spPr/>
    </dgm:pt>
    <dgm:pt modelId="{C62061EE-D9A6-4206-A202-439B9EE8CC2D}" type="pres">
      <dgm:prSet presAssocID="{5D0CFCBB-7A05-4052-A982-A8E835498647}" presName="gear2dstNode" presStyleLbl="node1" presStyleIdx="1" presStyleCnt="3"/>
      <dgm:spPr/>
    </dgm:pt>
    <dgm:pt modelId="{2753F9F2-D550-4D07-8397-108C3E1B24CE}" type="pres">
      <dgm:prSet presAssocID="{9E133922-72DF-40DC-BB7D-DD8D4AB4D949}" presName="gear3" presStyleLbl="node1" presStyleIdx="2" presStyleCnt="3"/>
      <dgm:spPr/>
    </dgm:pt>
    <dgm:pt modelId="{11EE0034-ABB9-44C4-B67E-809BD9E1E4E1}" type="pres">
      <dgm:prSet presAssocID="{9E133922-72DF-40DC-BB7D-DD8D4AB4D949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E26BB7D7-E8F6-4BD7-A565-D94A57A4B793}" type="pres">
      <dgm:prSet presAssocID="{9E133922-72DF-40DC-BB7D-DD8D4AB4D949}" presName="gear3srcNode" presStyleLbl="node1" presStyleIdx="2" presStyleCnt="3"/>
      <dgm:spPr/>
    </dgm:pt>
    <dgm:pt modelId="{C0D15CCE-996E-4267-88E6-0BF6877CEA40}" type="pres">
      <dgm:prSet presAssocID="{9E133922-72DF-40DC-BB7D-DD8D4AB4D949}" presName="gear3dstNode" presStyleLbl="node1" presStyleIdx="2" presStyleCnt="3"/>
      <dgm:spPr/>
    </dgm:pt>
    <dgm:pt modelId="{000FC2C5-215C-475A-AF0A-6BF0BAEC4C4E}" type="pres">
      <dgm:prSet presAssocID="{D4AC1337-BF3E-4FA7-B622-9B5E8E41BEB4}" presName="connector1" presStyleLbl="sibTrans2D1" presStyleIdx="0" presStyleCnt="3"/>
      <dgm:spPr/>
    </dgm:pt>
    <dgm:pt modelId="{B89D0B67-22B1-4522-8EB0-47A4E74EBA64}" type="pres">
      <dgm:prSet presAssocID="{FFA4C32E-FCC3-4B09-9442-7F42AF23C601}" presName="connector2" presStyleLbl="sibTrans2D1" presStyleIdx="1" presStyleCnt="3"/>
      <dgm:spPr/>
    </dgm:pt>
    <dgm:pt modelId="{7C3B3737-DAD0-4688-A1BA-48BA44764B6D}" type="pres">
      <dgm:prSet presAssocID="{3C32ACA3-6039-410E-B22C-EC68FF03E137}" presName="connector3" presStyleLbl="sibTrans2D1" presStyleIdx="2" presStyleCnt="3"/>
      <dgm:spPr/>
    </dgm:pt>
  </dgm:ptLst>
  <dgm:cxnLst>
    <dgm:cxn modelId="{FC750304-62FC-472A-9CC9-1D27893DA293}" type="presOf" srcId="{5D0CFCBB-7A05-4052-A982-A8E835498647}" destId="{E1434C9F-BB8D-4340-B553-470D818590A4}" srcOrd="0" destOrd="0" presId="urn:microsoft.com/office/officeart/2005/8/layout/gear1"/>
    <dgm:cxn modelId="{1078F12D-C8FF-4CEE-84F4-A988A11F16F6}" type="presOf" srcId="{9E133922-72DF-40DC-BB7D-DD8D4AB4D949}" destId="{E26BB7D7-E8F6-4BD7-A565-D94A57A4B793}" srcOrd="2" destOrd="0" presId="urn:microsoft.com/office/officeart/2005/8/layout/gear1"/>
    <dgm:cxn modelId="{9ED4A637-9751-4ED7-BC14-E61DFC2366D7}" type="presOf" srcId="{9E133922-72DF-40DC-BB7D-DD8D4AB4D949}" destId="{C0D15CCE-996E-4267-88E6-0BF6877CEA40}" srcOrd="3" destOrd="0" presId="urn:microsoft.com/office/officeart/2005/8/layout/gear1"/>
    <dgm:cxn modelId="{8519255D-3DEE-43D5-807C-DC084C09559F}" srcId="{77590487-0138-494C-A2A9-6BCE3A20B4A7}" destId="{B51A4934-DE13-4AC7-B88D-00C7C71E5519}" srcOrd="0" destOrd="0" parTransId="{9F5D816D-0E83-4B47-91A9-4B7F113BB614}" sibTransId="{D4AC1337-BF3E-4FA7-B622-9B5E8E41BEB4}"/>
    <dgm:cxn modelId="{F623195E-1114-425F-8FD9-009F8794939C}" type="presOf" srcId="{B51A4934-DE13-4AC7-B88D-00C7C71E5519}" destId="{B4E301FE-9BF1-43F2-966C-368AAC846F49}" srcOrd="1" destOrd="0" presId="urn:microsoft.com/office/officeart/2005/8/layout/gear1"/>
    <dgm:cxn modelId="{A55E2B63-C7F5-4704-BADB-BA421AAEB3F6}" type="presOf" srcId="{B51A4934-DE13-4AC7-B88D-00C7C71E5519}" destId="{CF06611D-4CD0-4AB1-86EF-FDBA0AD0549F}" srcOrd="2" destOrd="0" presId="urn:microsoft.com/office/officeart/2005/8/layout/gear1"/>
    <dgm:cxn modelId="{5969FA64-660C-4520-A0E1-B3E2DA02AD15}" type="presOf" srcId="{FFA4C32E-FCC3-4B09-9442-7F42AF23C601}" destId="{B89D0B67-22B1-4522-8EB0-47A4E74EBA64}" srcOrd="0" destOrd="0" presId="urn:microsoft.com/office/officeart/2005/8/layout/gear1"/>
    <dgm:cxn modelId="{74895666-D192-448D-81ED-BD221A652D0C}" srcId="{77590487-0138-494C-A2A9-6BCE3A20B4A7}" destId="{9E133922-72DF-40DC-BB7D-DD8D4AB4D949}" srcOrd="2" destOrd="0" parTransId="{D59281BF-9042-4C5E-BEEF-47CBFED8EFE6}" sibTransId="{3C32ACA3-6039-410E-B22C-EC68FF03E137}"/>
    <dgm:cxn modelId="{37A0857D-BB4E-4956-B5D1-C38358D42933}" type="presOf" srcId="{B51A4934-DE13-4AC7-B88D-00C7C71E5519}" destId="{BB2D74AD-428D-4490-B44E-F43022C0FAC6}" srcOrd="0" destOrd="0" presId="urn:microsoft.com/office/officeart/2005/8/layout/gear1"/>
    <dgm:cxn modelId="{A620349E-9528-422C-AEDA-03BB2FE551FD}" srcId="{77590487-0138-494C-A2A9-6BCE3A20B4A7}" destId="{5D0CFCBB-7A05-4052-A982-A8E835498647}" srcOrd="1" destOrd="0" parTransId="{30979596-605C-45A9-997D-CF588C50C4B5}" sibTransId="{FFA4C32E-FCC3-4B09-9442-7F42AF23C601}"/>
    <dgm:cxn modelId="{46098B9F-41A9-459E-A686-84FE5C9AEF95}" type="presOf" srcId="{5D0CFCBB-7A05-4052-A982-A8E835498647}" destId="{951DF9CB-849A-4215-9844-9061C7ED01A8}" srcOrd="1" destOrd="0" presId="urn:microsoft.com/office/officeart/2005/8/layout/gear1"/>
    <dgm:cxn modelId="{3F7062A0-E46B-4DA4-BCF5-69DCE297830C}" type="presOf" srcId="{D4AC1337-BF3E-4FA7-B622-9B5E8E41BEB4}" destId="{000FC2C5-215C-475A-AF0A-6BF0BAEC4C4E}" srcOrd="0" destOrd="0" presId="urn:microsoft.com/office/officeart/2005/8/layout/gear1"/>
    <dgm:cxn modelId="{B2A2C4A3-9411-44C7-AED9-B78090D394E4}" type="presOf" srcId="{9E133922-72DF-40DC-BB7D-DD8D4AB4D949}" destId="{11EE0034-ABB9-44C4-B67E-809BD9E1E4E1}" srcOrd="1" destOrd="0" presId="urn:microsoft.com/office/officeart/2005/8/layout/gear1"/>
    <dgm:cxn modelId="{BE4C2CA9-DE84-4AC5-9469-362AB24FD548}" type="presOf" srcId="{5D0CFCBB-7A05-4052-A982-A8E835498647}" destId="{C62061EE-D9A6-4206-A202-439B9EE8CC2D}" srcOrd="2" destOrd="0" presId="urn:microsoft.com/office/officeart/2005/8/layout/gear1"/>
    <dgm:cxn modelId="{8D7569CE-D498-48D5-B609-D0EF4236E02C}" type="presOf" srcId="{9E133922-72DF-40DC-BB7D-DD8D4AB4D949}" destId="{2753F9F2-D550-4D07-8397-108C3E1B24CE}" srcOrd="0" destOrd="0" presId="urn:microsoft.com/office/officeart/2005/8/layout/gear1"/>
    <dgm:cxn modelId="{87E9B8D2-7CEF-4AAD-A314-609D195AE67A}" type="presOf" srcId="{3C32ACA3-6039-410E-B22C-EC68FF03E137}" destId="{7C3B3737-DAD0-4688-A1BA-48BA44764B6D}" srcOrd="0" destOrd="0" presId="urn:microsoft.com/office/officeart/2005/8/layout/gear1"/>
    <dgm:cxn modelId="{9917CFD5-639C-48E6-A668-ECEC0D754E4A}" type="presOf" srcId="{77590487-0138-494C-A2A9-6BCE3A20B4A7}" destId="{FCB99147-D977-446D-A2D0-8D169CB0A633}" srcOrd="0" destOrd="0" presId="urn:microsoft.com/office/officeart/2005/8/layout/gear1"/>
    <dgm:cxn modelId="{A56854A2-E885-4AB4-8FC4-5C42373340D5}" type="presParOf" srcId="{FCB99147-D977-446D-A2D0-8D169CB0A633}" destId="{BB2D74AD-428D-4490-B44E-F43022C0FAC6}" srcOrd="0" destOrd="0" presId="urn:microsoft.com/office/officeart/2005/8/layout/gear1"/>
    <dgm:cxn modelId="{9DABD516-A2E3-472B-9909-74921369E960}" type="presParOf" srcId="{FCB99147-D977-446D-A2D0-8D169CB0A633}" destId="{B4E301FE-9BF1-43F2-966C-368AAC846F49}" srcOrd="1" destOrd="0" presId="urn:microsoft.com/office/officeart/2005/8/layout/gear1"/>
    <dgm:cxn modelId="{8D617772-FC32-4835-88A1-F09CD7816D13}" type="presParOf" srcId="{FCB99147-D977-446D-A2D0-8D169CB0A633}" destId="{CF06611D-4CD0-4AB1-86EF-FDBA0AD0549F}" srcOrd="2" destOrd="0" presId="urn:microsoft.com/office/officeart/2005/8/layout/gear1"/>
    <dgm:cxn modelId="{7F721D4A-999D-481F-8645-11503632F4EF}" type="presParOf" srcId="{FCB99147-D977-446D-A2D0-8D169CB0A633}" destId="{E1434C9F-BB8D-4340-B553-470D818590A4}" srcOrd="3" destOrd="0" presId="urn:microsoft.com/office/officeart/2005/8/layout/gear1"/>
    <dgm:cxn modelId="{1F9C8079-C3B1-413F-8114-D9DC3B774F49}" type="presParOf" srcId="{FCB99147-D977-446D-A2D0-8D169CB0A633}" destId="{951DF9CB-849A-4215-9844-9061C7ED01A8}" srcOrd="4" destOrd="0" presId="urn:microsoft.com/office/officeart/2005/8/layout/gear1"/>
    <dgm:cxn modelId="{205AA951-0BFA-48BF-BDAE-674FA611735D}" type="presParOf" srcId="{FCB99147-D977-446D-A2D0-8D169CB0A633}" destId="{C62061EE-D9A6-4206-A202-439B9EE8CC2D}" srcOrd="5" destOrd="0" presId="urn:microsoft.com/office/officeart/2005/8/layout/gear1"/>
    <dgm:cxn modelId="{B890433D-B112-4B51-BAE5-782EDCE6C2BE}" type="presParOf" srcId="{FCB99147-D977-446D-A2D0-8D169CB0A633}" destId="{2753F9F2-D550-4D07-8397-108C3E1B24CE}" srcOrd="6" destOrd="0" presId="urn:microsoft.com/office/officeart/2005/8/layout/gear1"/>
    <dgm:cxn modelId="{D535A6F7-C360-453A-A137-A690851D16AF}" type="presParOf" srcId="{FCB99147-D977-446D-A2D0-8D169CB0A633}" destId="{11EE0034-ABB9-44C4-B67E-809BD9E1E4E1}" srcOrd="7" destOrd="0" presId="urn:microsoft.com/office/officeart/2005/8/layout/gear1"/>
    <dgm:cxn modelId="{67A616CD-4364-4E0F-AC00-AAEFF1F67452}" type="presParOf" srcId="{FCB99147-D977-446D-A2D0-8D169CB0A633}" destId="{E26BB7D7-E8F6-4BD7-A565-D94A57A4B793}" srcOrd="8" destOrd="0" presId="urn:microsoft.com/office/officeart/2005/8/layout/gear1"/>
    <dgm:cxn modelId="{FAEF840B-FB7C-4D50-83A5-529C599453CA}" type="presParOf" srcId="{FCB99147-D977-446D-A2D0-8D169CB0A633}" destId="{C0D15CCE-996E-4267-88E6-0BF6877CEA40}" srcOrd="9" destOrd="0" presId="urn:microsoft.com/office/officeart/2005/8/layout/gear1"/>
    <dgm:cxn modelId="{4A2CBB43-2275-4E72-839C-F96D5F5B3F89}" type="presParOf" srcId="{FCB99147-D977-446D-A2D0-8D169CB0A633}" destId="{000FC2C5-215C-475A-AF0A-6BF0BAEC4C4E}" srcOrd="10" destOrd="0" presId="urn:microsoft.com/office/officeart/2005/8/layout/gear1"/>
    <dgm:cxn modelId="{C2B306DB-C0C9-4009-B30E-F449D4E64D47}" type="presParOf" srcId="{FCB99147-D977-446D-A2D0-8D169CB0A633}" destId="{B89D0B67-22B1-4522-8EB0-47A4E74EBA64}" srcOrd="11" destOrd="0" presId="urn:microsoft.com/office/officeart/2005/8/layout/gear1"/>
    <dgm:cxn modelId="{5C6F2EC7-7B4F-40DC-9957-A5E1636BE014}" type="presParOf" srcId="{FCB99147-D977-446D-A2D0-8D169CB0A633}" destId="{7C3B3737-DAD0-4688-A1BA-48BA44764B6D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F057AB-0351-4E3E-BDF9-2D7118D46619}">
      <dsp:nvSpPr>
        <dsp:cNvPr id="0" name=""/>
        <dsp:cNvSpPr/>
      </dsp:nvSpPr>
      <dsp:spPr>
        <a:xfrm>
          <a:off x="4276072" y="2553186"/>
          <a:ext cx="91440" cy="4755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75526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73CB7A-397E-42D0-831F-30E2CE719187}">
      <dsp:nvSpPr>
        <dsp:cNvPr id="0" name=""/>
        <dsp:cNvSpPr/>
      </dsp:nvSpPr>
      <dsp:spPr>
        <a:xfrm>
          <a:off x="3332652" y="1029573"/>
          <a:ext cx="989140" cy="4853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3889"/>
              </a:lnTo>
              <a:lnTo>
                <a:pt x="989140" y="333889"/>
              </a:lnTo>
              <a:lnTo>
                <a:pt x="989140" y="48535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2702E3-DDE3-406C-9CEA-BA1CCBFBA757}">
      <dsp:nvSpPr>
        <dsp:cNvPr id="0" name=""/>
        <dsp:cNvSpPr/>
      </dsp:nvSpPr>
      <dsp:spPr>
        <a:xfrm>
          <a:off x="2277680" y="2553186"/>
          <a:ext cx="91440" cy="4755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75526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95E0D7-4012-4272-BEF1-B9FF6E9D4BCC}">
      <dsp:nvSpPr>
        <dsp:cNvPr id="0" name=""/>
        <dsp:cNvSpPr/>
      </dsp:nvSpPr>
      <dsp:spPr>
        <a:xfrm>
          <a:off x="2323400" y="1029573"/>
          <a:ext cx="1009251" cy="485358"/>
        </a:xfrm>
        <a:custGeom>
          <a:avLst/>
          <a:gdLst/>
          <a:ahLst/>
          <a:cxnLst/>
          <a:rect l="0" t="0" r="0" b="0"/>
          <a:pathLst>
            <a:path>
              <a:moveTo>
                <a:pt x="1009251" y="0"/>
              </a:moveTo>
              <a:lnTo>
                <a:pt x="1009251" y="333889"/>
              </a:lnTo>
              <a:lnTo>
                <a:pt x="0" y="333889"/>
              </a:lnTo>
              <a:lnTo>
                <a:pt x="0" y="48535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75C0F3-AC92-484E-8FA6-97350E37EBC7}">
      <dsp:nvSpPr>
        <dsp:cNvPr id="0" name=""/>
        <dsp:cNvSpPr/>
      </dsp:nvSpPr>
      <dsp:spPr>
        <a:xfrm>
          <a:off x="2515128" y="-8682"/>
          <a:ext cx="1635047" cy="10382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DEA4F2-966E-46E9-B8D6-3D0BC1BCE02D}">
      <dsp:nvSpPr>
        <dsp:cNvPr id="0" name=""/>
        <dsp:cNvSpPr/>
      </dsp:nvSpPr>
      <dsp:spPr>
        <a:xfrm>
          <a:off x="2696800" y="163906"/>
          <a:ext cx="1635047" cy="10382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Marketplace </a:t>
          </a:r>
        </a:p>
      </dsp:txBody>
      <dsp:txXfrm>
        <a:off x="2727209" y="194315"/>
        <a:ext cx="1574229" cy="977437"/>
      </dsp:txXfrm>
    </dsp:sp>
    <dsp:sp modelId="{D4E93323-6457-43E7-A7ED-8E473100C93D}">
      <dsp:nvSpPr>
        <dsp:cNvPr id="0" name=""/>
        <dsp:cNvSpPr/>
      </dsp:nvSpPr>
      <dsp:spPr>
        <a:xfrm>
          <a:off x="1505877" y="1514931"/>
          <a:ext cx="1635047" cy="10382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C9A790-B0B7-4B94-935B-7FEE996658DC}">
      <dsp:nvSpPr>
        <dsp:cNvPr id="0" name=""/>
        <dsp:cNvSpPr/>
      </dsp:nvSpPr>
      <dsp:spPr>
        <a:xfrm>
          <a:off x="1687549" y="1687520"/>
          <a:ext cx="1635047" cy="10382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Grow seller base fast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Onboard aggressively </a:t>
          </a:r>
        </a:p>
      </dsp:txBody>
      <dsp:txXfrm>
        <a:off x="1717958" y="1717929"/>
        <a:ext cx="1574229" cy="977437"/>
      </dsp:txXfrm>
    </dsp:sp>
    <dsp:sp modelId="{0CC6D99C-04C6-4A7F-AD9D-EFEC997F2494}">
      <dsp:nvSpPr>
        <dsp:cNvPr id="0" name=""/>
        <dsp:cNvSpPr/>
      </dsp:nvSpPr>
      <dsp:spPr>
        <a:xfrm>
          <a:off x="1505877" y="3028713"/>
          <a:ext cx="1635047" cy="10382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402847-B882-46A8-8AA8-D6C8C3367042}">
      <dsp:nvSpPr>
        <dsp:cNvPr id="0" name=""/>
        <dsp:cNvSpPr/>
      </dsp:nvSpPr>
      <dsp:spPr>
        <a:xfrm>
          <a:off x="1687549" y="3201301"/>
          <a:ext cx="1635047" cy="10382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Risk to quality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Late, poor ,unhappy</a:t>
          </a:r>
        </a:p>
      </dsp:txBody>
      <dsp:txXfrm>
        <a:off x="1717958" y="3231710"/>
        <a:ext cx="1574229" cy="977437"/>
      </dsp:txXfrm>
    </dsp:sp>
    <dsp:sp modelId="{01AADA27-5934-44CF-A26C-2105FBD633BD}">
      <dsp:nvSpPr>
        <dsp:cNvPr id="0" name=""/>
        <dsp:cNvSpPr/>
      </dsp:nvSpPr>
      <dsp:spPr>
        <a:xfrm>
          <a:off x="3504268" y="1514931"/>
          <a:ext cx="1635047" cy="10382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67D8F2-CF81-472D-917F-66808CB6F508}">
      <dsp:nvSpPr>
        <dsp:cNvPr id="0" name=""/>
        <dsp:cNvSpPr/>
      </dsp:nvSpPr>
      <dsp:spPr>
        <a:xfrm>
          <a:off x="3685940" y="1687520"/>
          <a:ext cx="1635047" cy="10382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Protect quality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Cut weak sellers</a:t>
          </a:r>
        </a:p>
      </dsp:txBody>
      <dsp:txXfrm>
        <a:off x="3716349" y="1717929"/>
        <a:ext cx="1574229" cy="977437"/>
      </dsp:txXfrm>
    </dsp:sp>
    <dsp:sp modelId="{AF5C7B16-709B-418C-9962-FF5FA7B747AD}">
      <dsp:nvSpPr>
        <dsp:cNvPr id="0" name=""/>
        <dsp:cNvSpPr/>
      </dsp:nvSpPr>
      <dsp:spPr>
        <a:xfrm>
          <a:off x="3504268" y="3028713"/>
          <a:ext cx="1635047" cy="10382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2252E0-EEF9-400B-8D68-88EE4A200D2A}">
      <dsp:nvSpPr>
        <dsp:cNvPr id="0" name=""/>
        <dsp:cNvSpPr/>
      </dsp:nvSpPr>
      <dsp:spPr>
        <a:xfrm>
          <a:off x="3685940" y="3201301"/>
          <a:ext cx="1635047" cy="10382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Slower growth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Smaller catalogue </a:t>
          </a:r>
        </a:p>
      </dsp:txBody>
      <dsp:txXfrm>
        <a:off x="3716349" y="3231710"/>
        <a:ext cx="1574229" cy="9774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B8854-675E-4579-9944-7B8885CEB83D}">
      <dsp:nvSpPr>
        <dsp:cNvPr id="0" name=""/>
        <dsp:cNvSpPr/>
      </dsp:nvSpPr>
      <dsp:spPr>
        <a:xfrm rot="16200000">
          <a:off x="212" y="904883"/>
          <a:ext cx="2430939" cy="2430939"/>
        </a:xfrm>
        <a:prstGeom prst="upArrow">
          <a:avLst>
            <a:gd name="adj1" fmla="val 50000"/>
            <a:gd name="adj2" fmla="val 35000"/>
          </a:avLst>
        </a:prstGeom>
        <a:gradFill rotWithShape="1">
          <a:gsLst>
            <a:gs pos="0">
              <a:schemeClr val="accent2">
                <a:tint val="65000"/>
                <a:shade val="92000"/>
                <a:satMod val="130000"/>
              </a:schemeClr>
            </a:gs>
            <a:gs pos="45000">
              <a:schemeClr val="accent2">
                <a:tint val="60000"/>
                <a:shade val="99000"/>
                <a:satMod val="120000"/>
              </a:schemeClr>
            </a:gs>
            <a:gs pos="100000">
              <a:schemeClr val="accent2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2"/>
          </a:solidFill>
          <a:prstDash val="solid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Grow the seller base fast and risk quality</a:t>
          </a:r>
        </a:p>
      </dsp:txBody>
      <dsp:txXfrm rot="5400000">
        <a:off x="425626" y="1512618"/>
        <a:ext cx="2005525" cy="1215469"/>
      </dsp:txXfrm>
    </dsp:sp>
    <dsp:sp modelId="{B1648A17-5FB4-4E6C-B90A-57B7FE5126BD}">
      <dsp:nvSpPr>
        <dsp:cNvPr id="0" name=""/>
        <dsp:cNvSpPr/>
      </dsp:nvSpPr>
      <dsp:spPr>
        <a:xfrm rot="5400000">
          <a:off x="2675067" y="904883"/>
          <a:ext cx="2430939" cy="2430939"/>
        </a:xfrm>
        <a:prstGeom prst="upArrow">
          <a:avLst>
            <a:gd name="adj1" fmla="val 50000"/>
            <a:gd name="adj2" fmla="val 35000"/>
          </a:avLst>
        </a:prstGeom>
        <a:gradFill rotWithShape="1">
          <a:gsLst>
            <a:gs pos="0">
              <a:schemeClr val="accent2">
                <a:tint val="65000"/>
                <a:shade val="92000"/>
                <a:satMod val="130000"/>
              </a:schemeClr>
            </a:gs>
            <a:gs pos="45000">
              <a:schemeClr val="accent2">
                <a:tint val="60000"/>
                <a:shade val="99000"/>
                <a:satMod val="120000"/>
              </a:schemeClr>
            </a:gs>
            <a:gs pos="100000">
              <a:schemeClr val="accent2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2"/>
          </a:solidFill>
          <a:prstDash val="solid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Protect quality by cutting weak sellers &amp; slow growth </a:t>
          </a:r>
        </a:p>
      </dsp:txBody>
      <dsp:txXfrm rot="-5400000">
        <a:off x="2675067" y="1512618"/>
        <a:ext cx="2005525" cy="12154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40DB9B-3078-41F5-B842-AF6BEB9A461B}">
      <dsp:nvSpPr>
        <dsp:cNvPr id="0" name=""/>
        <dsp:cNvSpPr/>
      </dsp:nvSpPr>
      <dsp:spPr>
        <a:xfrm>
          <a:off x="992" y="0"/>
          <a:ext cx="2579687" cy="54186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tint val="4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tint val="4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 dirty="0"/>
            <a:t>Deliver</a:t>
          </a:r>
        </a:p>
      </dsp:txBody>
      <dsp:txXfrm>
        <a:off x="992" y="0"/>
        <a:ext cx="2579687" cy="1625600"/>
      </dsp:txXfrm>
    </dsp:sp>
    <dsp:sp modelId="{32FA28B9-1371-4498-A254-F1386990BD8E}">
      <dsp:nvSpPr>
        <dsp:cNvPr id="0" name=""/>
        <dsp:cNvSpPr/>
      </dsp:nvSpPr>
      <dsp:spPr>
        <a:xfrm>
          <a:off x="308119" y="1627187"/>
          <a:ext cx="2063749" cy="1633802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shade val="85000"/>
                <a:satMod val="130000"/>
              </a:schemeClr>
            </a:gs>
            <a:gs pos="34000">
              <a:schemeClr val="accent6">
                <a:shade val="87000"/>
                <a:satMod val="125000"/>
              </a:schemeClr>
            </a:gs>
            <a:gs pos="70000">
              <a:schemeClr val="accent6">
                <a:tint val="100000"/>
                <a:shade val="90000"/>
                <a:satMod val="130000"/>
              </a:schemeClr>
            </a:gs>
            <a:gs pos="100000">
              <a:schemeClr val="accent6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flat">
          <a:bevelT w="25400" h="31750"/>
        </a:sp3d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Make on time delivery be the top operational priority </a:t>
          </a:r>
        </a:p>
      </dsp:txBody>
      <dsp:txXfrm>
        <a:off x="355971" y="1675039"/>
        <a:ext cx="1968045" cy="1538098"/>
      </dsp:txXfrm>
    </dsp:sp>
    <dsp:sp modelId="{1898625A-C4C4-493C-9E85-760D80373676}">
      <dsp:nvSpPr>
        <dsp:cNvPr id="0" name=""/>
        <dsp:cNvSpPr/>
      </dsp:nvSpPr>
      <dsp:spPr>
        <a:xfrm>
          <a:off x="249137" y="3482847"/>
          <a:ext cx="2063749" cy="1633802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shade val="85000"/>
                <a:satMod val="130000"/>
              </a:schemeClr>
            </a:gs>
            <a:gs pos="34000">
              <a:schemeClr val="accent6">
                <a:shade val="87000"/>
                <a:satMod val="125000"/>
              </a:schemeClr>
            </a:gs>
            <a:gs pos="70000">
              <a:schemeClr val="accent6">
                <a:tint val="100000"/>
                <a:shade val="90000"/>
                <a:satMod val="130000"/>
              </a:schemeClr>
            </a:gs>
            <a:gs pos="100000">
              <a:schemeClr val="accent6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flat">
          <a:bevelT w="25400" h="31750"/>
        </a:sp3d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Late arrive costs 1.72 stars –the strongest signal in the data.</a:t>
          </a:r>
        </a:p>
      </dsp:txBody>
      <dsp:txXfrm>
        <a:off x="296989" y="3530699"/>
        <a:ext cx="1968045" cy="1538098"/>
      </dsp:txXfrm>
    </dsp:sp>
    <dsp:sp modelId="{5300E967-0EEE-442E-ABC4-37C9DA526B4C}">
      <dsp:nvSpPr>
        <dsp:cNvPr id="0" name=""/>
        <dsp:cNvSpPr/>
      </dsp:nvSpPr>
      <dsp:spPr>
        <a:xfrm>
          <a:off x="2774156" y="0"/>
          <a:ext cx="2579687" cy="54186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tint val="4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tint val="4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 dirty="0"/>
            <a:t>Retain</a:t>
          </a:r>
        </a:p>
      </dsp:txBody>
      <dsp:txXfrm>
        <a:off x="2774156" y="0"/>
        <a:ext cx="2579687" cy="1625600"/>
      </dsp:txXfrm>
    </dsp:sp>
    <dsp:sp modelId="{C6E38C5B-2C2A-4F9E-84F5-93619B05A8C3}">
      <dsp:nvSpPr>
        <dsp:cNvPr id="0" name=""/>
        <dsp:cNvSpPr/>
      </dsp:nvSpPr>
      <dsp:spPr>
        <a:xfrm>
          <a:off x="3032125" y="1627187"/>
          <a:ext cx="2063749" cy="1633802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shade val="85000"/>
                <a:satMod val="130000"/>
              </a:schemeClr>
            </a:gs>
            <a:gs pos="34000">
              <a:schemeClr val="accent6">
                <a:shade val="87000"/>
                <a:satMod val="125000"/>
              </a:schemeClr>
            </a:gs>
            <a:gs pos="70000">
              <a:schemeClr val="accent6">
                <a:tint val="100000"/>
                <a:shade val="90000"/>
                <a:satMod val="130000"/>
              </a:schemeClr>
            </a:gs>
            <a:gs pos="100000">
              <a:schemeClr val="accent6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flat">
          <a:bevelT w="25400" h="31750"/>
        </a:sp3d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Convert one time buyer into repeat customers</a:t>
          </a:r>
        </a:p>
      </dsp:txBody>
      <dsp:txXfrm>
        <a:off x="3079977" y="1675039"/>
        <a:ext cx="1968045" cy="1538098"/>
      </dsp:txXfrm>
    </dsp:sp>
    <dsp:sp modelId="{39978B4F-BEB4-44F1-8986-3C4A8526A104}">
      <dsp:nvSpPr>
        <dsp:cNvPr id="0" name=""/>
        <dsp:cNvSpPr/>
      </dsp:nvSpPr>
      <dsp:spPr>
        <a:xfrm>
          <a:off x="3032125" y="3512343"/>
          <a:ext cx="2063749" cy="1633802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shade val="85000"/>
                <a:satMod val="130000"/>
              </a:schemeClr>
            </a:gs>
            <a:gs pos="34000">
              <a:schemeClr val="accent6">
                <a:shade val="87000"/>
                <a:satMod val="125000"/>
              </a:schemeClr>
            </a:gs>
            <a:gs pos="70000">
              <a:schemeClr val="accent6">
                <a:tint val="100000"/>
                <a:shade val="90000"/>
                <a:satMod val="130000"/>
              </a:schemeClr>
            </a:gs>
            <a:gs pos="100000">
              <a:schemeClr val="accent6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flat">
          <a:bevelT w="25400" h="31750"/>
        </a:sp3d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Only 3.12% ever buy twice –growth requires customer retention </a:t>
          </a:r>
        </a:p>
      </dsp:txBody>
      <dsp:txXfrm>
        <a:off x="3079977" y="3560195"/>
        <a:ext cx="1968045" cy="1538098"/>
      </dsp:txXfrm>
    </dsp:sp>
    <dsp:sp modelId="{A5CAD283-1E33-4C05-8717-01D8E9FEBCA9}">
      <dsp:nvSpPr>
        <dsp:cNvPr id="0" name=""/>
        <dsp:cNvSpPr/>
      </dsp:nvSpPr>
      <dsp:spPr>
        <a:xfrm>
          <a:off x="5547320" y="0"/>
          <a:ext cx="2579687" cy="54186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tint val="4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tint val="4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 dirty="0"/>
            <a:t>Grow</a:t>
          </a:r>
        </a:p>
      </dsp:txBody>
      <dsp:txXfrm>
        <a:off x="5547320" y="0"/>
        <a:ext cx="2579687" cy="1625600"/>
      </dsp:txXfrm>
    </dsp:sp>
    <dsp:sp modelId="{F366E4D0-23B6-4018-8E57-20A15B4657FE}">
      <dsp:nvSpPr>
        <dsp:cNvPr id="0" name=""/>
        <dsp:cNvSpPr/>
      </dsp:nvSpPr>
      <dsp:spPr>
        <a:xfrm>
          <a:off x="5805289" y="1627187"/>
          <a:ext cx="2063749" cy="1633802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shade val="85000"/>
                <a:satMod val="130000"/>
              </a:schemeClr>
            </a:gs>
            <a:gs pos="34000">
              <a:schemeClr val="accent6">
                <a:shade val="87000"/>
                <a:satMod val="125000"/>
              </a:schemeClr>
            </a:gs>
            <a:gs pos="70000">
              <a:schemeClr val="accent6">
                <a:tint val="100000"/>
                <a:shade val="90000"/>
                <a:satMod val="130000"/>
              </a:schemeClr>
            </a:gs>
            <a:gs pos="100000">
              <a:schemeClr val="accent6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flat">
          <a:bevelT w="25400" h="31750"/>
        </a:sp3d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Raise basket size through cross-sell</a:t>
          </a:r>
        </a:p>
      </dsp:txBody>
      <dsp:txXfrm>
        <a:off x="5853141" y="1675039"/>
        <a:ext cx="1968045" cy="1538098"/>
      </dsp:txXfrm>
    </dsp:sp>
    <dsp:sp modelId="{5DF9622E-7464-4C56-9138-4A1474E08E3F}">
      <dsp:nvSpPr>
        <dsp:cNvPr id="0" name=""/>
        <dsp:cNvSpPr/>
      </dsp:nvSpPr>
      <dsp:spPr>
        <a:xfrm>
          <a:off x="5805289" y="3512343"/>
          <a:ext cx="2063749" cy="1633802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shade val="85000"/>
                <a:satMod val="130000"/>
              </a:schemeClr>
            </a:gs>
            <a:gs pos="34000">
              <a:schemeClr val="accent6">
                <a:shade val="87000"/>
                <a:satMod val="125000"/>
              </a:schemeClr>
            </a:gs>
            <a:gs pos="70000">
              <a:schemeClr val="accent6">
                <a:tint val="100000"/>
                <a:shade val="90000"/>
                <a:satMod val="130000"/>
              </a:schemeClr>
            </a:gs>
            <a:gs pos="100000">
              <a:schemeClr val="accent6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flat">
          <a:bevelT w="25400" h="31750"/>
        </a:sp3d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90.1% of orders hold one item –the cheapest lever available</a:t>
          </a:r>
        </a:p>
      </dsp:txBody>
      <dsp:txXfrm>
        <a:off x="5853141" y="3560195"/>
        <a:ext cx="1968045" cy="15380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9856F5-6FB2-4D33-AB20-B4B45998DA5F}">
      <dsp:nvSpPr>
        <dsp:cNvPr id="0" name=""/>
        <dsp:cNvSpPr/>
      </dsp:nvSpPr>
      <dsp:spPr>
        <a:xfrm>
          <a:off x="0" y="176976"/>
          <a:ext cx="1995949" cy="2304000"/>
        </a:xfrm>
        <a:prstGeom prst="right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5E3309-28BA-441E-B90F-5CB039A0844D}">
      <dsp:nvSpPr>
        <dsp:cNvPr id="0" name=""/>
        <dsp:cNvSpPr/>
      </dsp:nvSpPr>
      <dsp:spPr>
        <a:xfrm>
          <a:off x="161001" y="778666"/>
          <a:ext cx="1635352" cy="115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25120" rIns="0" bIns="3251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Solutions </a:t>
          </a:r>
        </a:p>
      </dsp:txBody>
      <dsp:txXfrm>
        <a:off x="161001" y="778666"/>
        <a:ext cx="1635352" cy="1152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3E3A45-3111-43A1-AE3F-285191534B6D}">
      <dsp:nvSpPr>
        <dsp:cNvPr id="0" name=""/>
        <dsp:cNvSpPr/>
      </dsp:nvSpPr>
      <dsp:spPr>
        <a:xfrm>
          <a:off x="1576192" y="1520927"/>
          <a:ext cx="1858911" cy="1858911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Make on time delivery the top operational priority </a:t>
          </a:r>
        </a:p>
      </dsp:txBody>
      <dsp:txXfrm>
        <a:off x="1949916" y="1956368"/>
        <a:ext cx="1111463" cy="955519"/>
      </dsp:txXfrm>
    </dsp:sp>
    <dsp:sp modelId="{49CF1525-5FF4-459D-8F7E-6D765662D045}">
      <dsp:nvSpPr>
        <dsp:cNvPr id="0" name=""/>
        <dsp:cNvSpPr/>
      </dsp:nvSpPr>
      <dsp:spPr>
        <a:xfrm>
          <a:off x="487220" y="1074126"/>
          <a:ext cx="1351935" cy="1351935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Delivery</a:t>
          </a:r>
        </a:p>
      </dsp:txBody>
      <dsp:txXfrm>
        <a:off x="827574" y="1416537"/>
        <a:ext cx="671227" cy="667113"/>
      </dsp:txXfrm>
    </dsp:sp>
    <dsp:sp modelId="{5F268CA6-5443-4CAB-A35C-83139F9EB8E6}">
      <dsp:nvSpPr>
        <dsp:cNvPr id="0" name=""/>
        <dsp:cNvSpPr/>
      </dsp:nvSpPr>
      <dsp:spPr>
        <a:xfrm rot="20700000">
          <a:off x="1281403" y="148850"/>
          <a:ext cx="1324620" cy="1324620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Decision 1 </a:t>
          </a:r>
        </a:p>
      </dsp:txBody>
      <dsp:txXfrm rot="-20700000">
        <a:off x="1571932" y="439379"/>
        <a:ext cx="743564" cy="743564"/>
      </dsp:txXfrm>
    </dsp:sp>
    <dsp:sp modelId="{18F74385-8A98-454A-875E-4D6E037003BD}">
      <dsp:nvSpPr>
        <dsp:cNvPr id="0" name=""/>
        <dsp:cNvSpPr/>
      </dsp:nvSpPr>
      <dsp:spPr>
        <a:xfrm>
          <a:off x="1454057" y="1245354"/>
          <a:ext cx="2379406" cy="2379406"/>
        </a:xfrm>
        <a:prstGeom prst="circularArrow">
          <a:avLst>
            <a:gd name="adj1" fmla="val 4688"/>
            <a:gd name="adj2" fmla="val 299029"/>
            <a:gd name="adj3" fmla="val 2493097"/>
            <a:gd name="adj4" fmla="val 15911896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2562C4-9790-41D5-962B-40706074BE20}">
      <dsp:nvSpPr>
        <dsp:cNvPr id="0" name=""/>
        <dsp:cNvSpPr/>
      </dsp:nvSpPr>
      <dsp:spPr>
        <a:xfrm>
          <a:off x="284756" y="785911"/>
          <a:ext cx="1728787" cy="1728787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2DBEA8-DCD2-43CD-AEF2-32E45BD29546}">
      <dsp:nvSpPr>
        <dsp:cNvPr id="0" name=""/>
        <dsp:cNvSpPr/>
      </dsp:nvSpPr>
      <dsp:spPr>
        <a:xfrm>
          <a:off x="975005" y="-137795"/>
          <a:ext cx="1863981" cy="1863981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3BE3E1-5FF6-4CC8-94A9-AA058DD5F463}">
      <dsp:nvSpPr>
        <dsp:cNvPr id="0" name=""/>
        <dsp:cNvSpPr/>
      </dsp:nvSpPr>
      <dsp:spPr>
        <a:xfrm>
          <a:off x="1594300" y="1892545"/>
          <a:ext cx="1948590" cy="1948590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Convert one time buyers into repeated customers </a:t>
          </a:r>
        </a:p>
      </dsp:txBody>
      <dsp:txXfrm>
        <a:off x="1986053" y="2348993"/>
        <a:ext cx="1165084" cy="1001615"/>
      </dsp:txXfrm>
    </dsp:sp>
    <dsp:sp modelId="{779D548B-507B-407A-9F9B-13862A3246CE}">
      <dsp:nvSpPr>
        <dsp:cNvPr id="0" name=""/>
        <dsp:cNvSpPr/>
      </dsp:nvSpPr>
      <dsp:spPr>
        <a:xfrm>
          <a:off x="460575" y="1431970"/>
          <a:ext cx="1417156" cy="1417156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Buyers</a:t>
          </a:r>
          <a:r>
            <a:rPr lang="en-US" sz="1500" kern="1200" dirty="0"/>
            <a:t> </a:t>
          </a:r>
        </a:p>
      </dsp:txBody>
      <dsp:txXfrm>
        <a:off x="817348" y="1790900"/>
        <a:ext cx="703610" cy="699296"/>
      </dsp:txXfrm>
    </dsp:sp>
    <dsp:sp modelId="{DA510697-E60F-465A-BBBA-E2F7B44053E2}">
      <dsp:nvSpPr>
        <dsp:cNvPr id="0" name=""/>
        <dsp:cNvSpPr/>
      </dsp:nvSpPr>
      <dsp:spPr>
        <a:xfrm rot="20700000">
          <a:off x="1202902" y="451419"/>
          <a:ext cx="1388524" cy="1388524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Decision 2</a:t>
          </a:r>
          <a:r>
            <a:rPr lang="en-US" sz="1500" kern="1200" dirty="0"/>
            <a:t> </a:t>
          </a:r>
        </a:p>
      </dsp:txBody>
      <dsp:txXfrm rot="-20700000">
        <a:off x="1507446" y="755963"/>
        <a:ext cx="779436" cy="779436"/>
      </dsp:txXfrm>
    </dsp:sp>
    <dsp:sp modelId="{F3F836A2-C289-4A40-8A2E-691443CE5658}">
      <dsp:nvSpPr>
        <dsp:cNvPr id="0" name=""/>
        <dsp:cNvSpPr/>
      </dsp:nvSpPr>
      <dsp:spPr>
        <a:xfrm>
          <a:off x="1437447" y="1602478"/>
          <a:ext cx="2494195" cy="2494195"/>
        </a:xfrm>
        <a:prstGeom prst="circularArrow">
          <a:avLst>
            <a:gd name="adj1" fmla="val 4688"/>
            <a:gd name="adj2" fmla="val 299029"/>
            <a:gd name="adj3" fmla="val 2498457"/>
            <a:gd name="adj4" fmla="val 15899966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EEA144-4382-48BF-B2FD-BAF5E0D7818F}">
      <dsp:nvSpPr>
        <dsp:cNvPr id="0" name=""/>
        <dsp:cNvSpPr/>
      </dsp:nvSpPr>
      <dsp:spPr>
        <a:xfrm>
          <a:off x="209600" y="1121202"/>
          <a:ext cx="1812188" cy="1812188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6322C0-61BA-40C1-881D-816FCF0F5622}">
      <dsp:nvSpPr>
        <dsp:cNvPr id="0" name=""/>
        <dsp:cNvSpPr/>
      </dsp:nvSpPr>
      <dsp:spPr>
        <a:xfrm>
          <a:off x="933148" y="152933"/>
          <a:ext cx="1953904" cy="1953904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2D74AD-428D-4490-B44E-F43022C0FAC6}">
      <dsp:nvSpPr>
        <dsp:cNvPr id="0" name=""/>
        <dsp:cNvSpPr/>
      </dsp:nvSpPr>
      <dsp:spPr>
        <a:xfrm>
          <a:off x="1749158" y="1763770"/>
          <a:ext cx="2137860" cy="2137860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Raise basket size through cross sell </a:t>
          </a:r>
        </a:p>
      </dsp:txBody>
      <dsp:txXfrm>
        <a:off x="2178963" y="2264554"/>
        <a:ext cx="1278250" cy="1098904"/>
      </dsp:txXfrm>
    </dsp:sp>
    <dsp:sp modelId="{E1434C9F-BB8D-4340-B553-470D818590A4}">
      <dsp:nvSpPr>
        <dsp:cNvPr id="0" name=""/>
        <dsp:cNvSpPr/>
      </dsp:nvSpPr>
      <dsp:spPr>
        <a:xfrm>
          <a:off x="505312" y="1258458"/>
          <a:ext cx="1554807" cy="1554807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Basket size</a:t>
          </a:r>
        </a:p>
      </dsp:txBody>
      <dsp:txXfrm>
        <a:off x="896739" y="1652251"/>
        <a:ext cx="771953" cy="767221"/>
      </dsp:txXfrm>
    </dsp:sp>
    <dsp:sp modelId="{2753F9F2-D550-4D07-8397-108C3E1B24CE}">
      <dsp:nvSpPr>
        <dsp:cNvPr id="0" name=""/>
        <dsp:cNvSpPr/>
      </dsp:nvSpPr>
      <dsp:spPr>
        <a:xfrm rot="20700000">
          <a:off x="1376163" y="185799"/>
          <a:ext cx="1523394" cy="1523394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Decision 3</a:t>
          </a:r>
          <a:r>
            <a:rPr lang="en-US" sz="1700" kern="1200" dirty="0"/>
            <a:t> </a:t>
          </a:r>
        </a:p>
      </dsp:txBody>
      <dsp:txXfrm rot="-20700000">
        <a:off x="1710288" y="519924"/>
        <a:ext cx="855144" cy="855144"/>
      </dsp:txXfrm>
    </dsp:sp>
    <dsp:sp modelId="{000FC2C5-215C-475A-AF0A-6BF0BAEC4C4E}">
      <dsp:nvSpPr>
        <dsp:cNvPr id="0" name=""/>
        <dsp:cNvSpPr/>
      </dsp:nvSpPr>
      <dsp:spPr>
        <a:xfrm>
          <a:off x="1581430" y="1443066"/>
          <a:ext cx="2736461" cy="2736461"/>
        </a:xfrm>
        <a:prstGeom prst="circularArrow">
          <a:avLst>
            <a:gd name="adj1" fmla="val 4688"/>
            <a:gd name="adj2" fmla="val 299029"/>
            <a:gd name="adj3" fmla="val 2508495"/>
            <a:gd name="adj4" fmla="val 15877901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9D0B67-22B1-4522-8EB0-47A4E74EBA64}">
      <dsp:nvSpPr>
        <dsp:cNvPr id="0" name=""/>
        <dsp:cNvSpPr/>
      </dsp:nvSpPr>
      <dsp:spPr>
        <a:xfrm>
          <a:off x="229959" y="915756"/>
          <a:ext cx="1988210" cy="1988210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3B3737-DAD0-4688-A1BA-48BA44764B6D}">
      <dsp:nvSpPr>
        <dsp:cNvPr id="0" name=""/>
        <dsp:cNvSpPr/>
      </dsp:nvSpPr>
      <dsp:spPr>
        <a:xfrm>
          <a:off x="1023786" y="-146562"/>
          <a:ext cx="2143690" cy="2143690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1">
  <dgm:title val=""/>
  <dgm:desc val=""/>
  <dgm:catLst>
    <dgm:cat type="relationship" pri="7000"/>
    <dgm:cat type="process" pri="3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0.1"/>
          <dgm:constr type="diam" refType="w" refFor="ch" refPtType="node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"/>
        </dgm:constrLst>
      </dgm:if>
      <dgm:if name="Name13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15"/>
        </dgm:constrLst>
      </dgm:if>
      <dgm:if name="Name14" axis="ch" ptType="node" func="cnt" op="equ" val="10">
        <dgm:constrLst>
          <dgm:constr type="primFontSz" for="ch" ptType="node" op="lte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else name="Name1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35"/>
        </dgm:constrLst>
      </dgm:else>
    </dgm:choose>
    <dgm:ruleLst/>
    <dgm:forEach name="Name16" axis="ch" ptType="node">
      <dgm:layoutNode name="arrow">
        <dgm:varLst>
          <dgm:bulletEnabled val="1"/>
        </dgm:varLst>
        <dgm:alg type="tx"/>
        <dgm:shape xmlns:r="http://schemas.openxmlformats.org/officeDocument/2006/relationships" type="up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Layout" Target="../diagrams/layout1.xml"/><Relationship Id="rId7" Type="http://schemas.openxmlformats.org/officeDocument/2006/relationships/image" Target="../media/image3.svg"/><Relationship Id="rId12" Type="http://schemas.microsoft.com/office/2007/relationships/diagramDrawing" Target="../diagrams/drawing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openxmlformats.org/officeDocument/2006/relationships/diagramColors" Target="../diagrams/colors2.xml"/><Relationship Id="rId5" Type="http://schemas.openxmlformats.org/officeDocument/2006/relationships/diagramColors" Target="../diagrams/colors1.xml"/><Relationship Id="rId10" Type="http://schemas.openxmlformats.org/officeDocument/2006/relationships/diagramQuickStyle" Target="../diagrams/quickStyle2.xml"/><Relationship Id="rId4" Type="http://schemas.openxmlformats.org/officeDocument/2006/relationships/diagramQuickStyle" Target="../diagrams/quickStyle1.xml"/><Relationship Id="rId9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273" y="0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Data Visualization Design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 fontScale="92500" lnSpcReduction="10000"/>
          </a:bodyPr>
          <a:lstStyle/>
          <a:p>
            <a:r>
              <a:rPr lang="en-US" sz="1600" b="1" dirty="0"/>
              <a:t>Bscs4001</a:t>
            </a:r>
          </a:p>
          <a:p>
            <a:r>
              <a:rPr lang="en-US" sz="1600" dirty="0"/>
              <a:t>May 2026 T2 </a:t>
            </a:r>
          </a:p>
          <a:p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79A8B4-2D4A-F6D6-9F09-C841E6EA4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3733" y="1474259"/>
            <a:ext cx="1371317" cy="13713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A985C8-9DF6-E9C6-8DAE-376D96A4E5CD}"/>
              </a:ext>
            </a:extLst>
          </p:cNvPr>
          <p:cNvSpPr txBox="1"/>
          <p:nvPr/>
        </p:nvSpPr>
        <p:spPr>
          <a:xfrm>
            <a:off x="941996" y="223748"/>
            <a:ext cx="58324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SCALING THE MARKETPLACE WITHOUT BREAKING CUSTOMER EXPERIENCE </a:t>
            </a:r>
          </a:p>
        </p:txBody>
      </p:sp>
      <p:pic>
        <p:nvPicPr>
          <p:cNvPr id="9" name="Graphic 8" descr="Shopping cart with solid fill">
            <a:extLst>
              <a:ext uri="{FF2B5EF4-FFF2-40B4-BE49-F238E27FC236}">
                <a16:creationId xmlns:a16="http://schemas.microsoft.com/office/drawing/2014/main" id="{F134E798-DCEF-DAF4-730E-9442C043F4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3615" y="224723"/>
            <a:ext cx="808382" cy="808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481C56F4-E2D3-1394-EE0C-87534669ECA3}"/>
              </a:ext>
            </a:extLst>
          </p:cNvPr>
          <p:cNvSpPr/>
          <p:nvPr/>
        </p:nvSpPr>
        <p:spPr>
          <a:xfrm>
            <a:off x="8067892" y="4663401"/>
            <a:ext cx="1174431" cy="11300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F541CCD-5F60-AF03-1B3C-9E4614789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09" y="4579948"/>
            <a:ext cx="1036410" cy="11095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48D2F2-CBFB-BEB1-1C49-AF8D78846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038" y="4579948"/>
            <a:ext cx="1036410" cy="110956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F00F68B-5207-A3A7-4AA8-9E12F2F56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463" y="2332973"/>
            <a:ext cx="1036410" cy="1109568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BDE5B78D-2ABB-BCD5-1EE9-BC361B8E8192}"/>
              </a:ext>
            </a:extLst>
          </p:cNvPr>
          <p:cNvSpPr/>
          <p:nvPr/>
        </p:nvSpPr>
        <p:spPr>
          <a:xfrm>
            <a:off x="2504063" y="2428807"/>
            <a:ext cx="1016656" cy="10917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/>
              <a:t>Team Members  </a:t>
            </a:r>
          </a:p>
        </p:txBody>
      </p:sp>
      <p:pic>
        <p:nvPicPr>
          <p:cNvPr id="7" name="Content Placeholder 6" descr="Business Growth with solid fill">
            <a:extLst>
              <a:ext uri="{FF2B5EF4-FFF2-40B4-BE49-F238E27FC236}">
                <a16:creationId xmlns:a16="http://schemas.microsoft.com/office/drawing/2014/main" id="{3B3B5735-04C0-BFB3-D173-447E81A7D8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2866" y="2560746"/>
            <a:ext cx="914400" cy="9144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ACC1F0-7BC9-27BB-674E-B319444C8D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5969" y="4663401"/>
            <a:ext cx="914479" cy="9144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78870B-A584-BF30-5454-153D216928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074" y="4677492"/>
            <a:ext cx="914479" cy="9144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23B450-7190-14DE-C1C5-2D186E3A30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2394" y="2459739"/>
            <a:ext cx="914479" cy="91447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79DBC56-D33B-A2F9-0DBB-199F90004131}"/>
              </a:ext>
            </a:extLst>
          </p:cNvPr>
          <p:cNvSpPr txBox="1"/>
          <p:nvPr/>
        </p:nvSpPr>
        <p:spPr>
          <a:xfrm>
            <a:off x="3534171" y="2489475"/>
            <a:ext cx="14390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Daaris</a:t>
            </a:r>
            <a:r>
              <a:rPr lang="en-US" dirty="0"/>
              <a:t> </a:t>
            </a:r>
          </a:p>
          <a:p>
            <a:r>
              <a:rPr lang="en-US" dirty="0"/>
              <a:t>21f1001365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409C4B-F80B-CF96-4870-102EC4D622F8}"/>
              </a:ext>
            </a:extLst>
          </p:cNvPr>
          <p:cNvSpPr txBox="1"/>
          <p:nvPr/>
        </p:nvSpPr>
        <p:spPr>
          <a:xfrm>
            <a:off x="8286873" y="2519211"/>
            <a:ext cx="17883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Shubham Tiwari</a:t>
            </a:r>
          </a:p>
          <a:p>
            <a:r>
              <a:rPr lang="en-US" dirty="0"/>
              <a:t>22f1001934</a:t>
            </a: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0EFA8C-8DB3-700C-4DF3-50E2498E1AB7}"/>
              </a:ext>
            </a:extLst>
          </p:cNvPr>
          <p:cNvSpPr txBox="1"/>
          <p:nvPr/>
        </p:nvSpPr>
        <p:spPr>
          <a:xfrm>
            <a:off x="1750519" y="4766186"/>
            <a:ext cx="17000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Deepak Kumar </a:t>
            </a:r>
          </a:p>
          <a:p>
            <a:r>
              <a:rPr lang="en-US" dirty="0"/>
              <a:t>21f2000818</a:t>
            </a:r>
          </a:p>
          <a:p>
            <a:r>
              <a:rPr lang="en-US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4CA5E6-48C7-9358-C7BF-396E9BBC40F4}"/>
              </a:ext>
            </a:extLst>
          </p:cNvPr>
          <p:cNvSpPr txBox="1"/>
          <p:nvPr/>
        </p:nvSpPr>
        <p:spPr>
          <a:xfrm>
            <a:off x="5890448" y="4766186"/>
            <a:ext cx="14468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Ayush Vats</a:t>
            </a:r>
          </a:p>
          <a:p>
            <a:r>
              <a:rPr lang="en-US" dirty="0"/>
              <a:t>22f1000784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B002C1-79C7-BCA0-D013-62AACF10CF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7867" y="4775037"/>
            <a:ext cx="914479" cy="9144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622968-3EB7-0120-AE93-38205E8A1145}"/>
              </a:ext>
            </a:extLst>
          </p:cNvPr>
          <p:cNvSpPr txBox="1"/>
          <p:nvPr/>
        </p:nvSpPr>
        <p:spPr>
          <a:xfrm>
            <a:off x="9625781" y="4906297"/>
            <a:ext cx="1444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Ravina</a:t>
            </a:r>
          </a:p>
          <a:p>
            <a:r>
              <a:rPr lang="en-US" dirty="0"/>
              <a:t>21f2001128</a:t>
            </a:r>
          </a:p>
        </p:txBody>
      </p:sp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CFB97E-7A2C-4163-99B1-B5458D29E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21" y="650045"/>
            <a:ext cx="743776" cy="7376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52F124-7B42-79E1-9FEB-23D626F96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33" y="1610354"/>
            <a:ext cx="990555" cy="8330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E9B88D-B262-A3B3-B58B-F5498494D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134" y="4084758"/>
            <a:ext cx="768163" cy="7681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560C99-89FD-8458-90E2-5554266A6D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33" y="4852921"/>
            <a:ext cx="947155" cy="8302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1A369E-8D87-1ABF-7F32-797DDD01E2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17368" y="431967"/>
            <a:ext cx="743776" cy="7376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4DE20E-AA33-96F2-66B6-BEAC76E7AF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10720" y="1387725"/>
            <a:ext cx="1005332" cy="8503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E7CC703-D8CC-AAEA-EB54-50B5AA2323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67865" y="3554796"/>
            <a:ext cx="719390" cy="7193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40B7BEA-418F-2179-BB69-542FFED1F8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14789" y="4384583"/>
            <a:ext cx="948935" cy="9445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18B6274-E84C-FE86-57F0-CAF025CC13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5692" y="550606"/>
            <a:ext cx="4634837" cy="276479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6A5CC8E-F52A-79FA-4BB6-563635ABB28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77659" y="530252"/>
            <a:ext cx="5318650" cy="278515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2B0DB0A-12F1-1B1A-D09D-C14A73ABBE5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68902" y="3315405"/>
            <a:ext cx="3978838" cy="296277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B8102C5-4937-F1EA-0752-08594D1383E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66228" y="3315405"/>
            <a:ext cx="5130080" cy="296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770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6445B4-D689-B731-2560-060D25D9D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79" y="465097"/>
            <a:ext cx="682811" cy="6828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8F22F2-6388-B145-F153-23D0BF468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236795"/>
            <a:ext cx="1288026" cy="10425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CB9B4F-2253-E305-916B-1698C5E22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984" y="3633600"/>
            <a:ext cx="755970" cy="7620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33A862-EE92-836B-AF43-6C768C01BF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4578660"/>
            <a:ext cx="1125264" cy="10053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0BD59C-12D4-293D-88FB-B2C4C41A4A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2545" y="322758"/>
            <a:ext cx="743776" cy="7437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5193C9-75BF-00EF-EED0-BA10EE1920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5870" y="1651819"/>
            <a:ext cx="1057394" cy="8865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9A1387-64F0-F2F6-823B-655AF1424F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8081" y="3804303"/>
            <a:ext cx="585267" cy="5913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DD5E4BE-70AC-8BFA-0438-4B220FE2DF0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2545" y="4319597"/>
            <a:ext cx="1118594" cy="10250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3451D81-A2E4-7261-0FB3-6A4A6E1F2E4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5097" y="289582"/>
            <a:ext cx="4587820" cy="292556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537441F-8452-BAA4-BB0B-FBB0DEF5A61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96093" y="3215148"/>
            <a:ext cx="4057496" cy="302134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8288BA5-9527-3B9E-8055-8C3D4726834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28893" y="233292"/>
            <a:ext cx="4929188" cy="31432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D8153D6-E08D-4F72-8437-1BFF757D01A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756" y="3376542"/>
            <a:ext cx="4271373" cy="273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66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915112E-E5DA-54FB-230D-FA120545134C}"/>
              </a:ext>
            </a:extLst>
          </p:cNvPr>
          <p:cNvSpPr/>
          <p:nvPr/>
        </p:nvSpPr>
        <p:spPr>
          <a:xfrm>
            <a:off x="735796" y="540174"/>
            <a:ext cx="4935794" cy="186813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BEE1F3-BDA1-E248-26A8-5127DF6BBA7D}"/>
              </a:ext>
            </a:extLst>
          </p:cNvPr>
          <p:cNvSpPr txBox="1"/>
          <p:nvPr/>
        </p:nvSpPr>
        <p:spPr>
          <a:xfrm>
            <a:off x="1913505" y="948272"/>
            <a:ext cx="37580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 Statement : </a:t>
            </a:r>
          </a:p>
          <a:p>
            <a:r>
              <a:rPr lang="en-US" dirty="0"/>
              <a:t>How can the marketplace grow without breaking  the customer experience ??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D66FE19-E9CF-28A7-C311-51DC1AC842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1403307"/>
              </p:ext>
            </p:extLst>
          </p:nvPr>
        </p:nvGraphicFramePr>
        <p:xfrm>
          <a:off x="5671590" y="956954"/>
          <a:ext cx="6826865" cy="42407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Graphic 8" descr="Shopping cart with solid fill">
            <a:extLst>
              <a:ext uri="{FF2B5EF4-FFF2-40B4-BE49-F238E27FC236}">
                <a16:creationId xmlns:a16="http://schemas.microsoft.com/office/drawing/2014/main" id="{6712E92C-93E5-D7F6-BC04-2F9E6687DC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7451" y="1055496"/>
            <a:ext cx="914400" cy="914400"/>
          </a:xfrm>
          <a:prstGeom prst="rect">
            <a:avLst/>
          </a:prstGeom>
        </p:spPr>
      </p:pic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057CD457-C2A9-183B-AC03-3E353530D7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2343815"/>
              </p:ext>
            </p:extLst>
          </p:nvPr>
        </p:nvGraphicFramePr>
        <p:xfrm>
          <a:off x="707922" y="2077119"/>
          <a:ext cx="5106219" cy="42407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187546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ABC7986-76B8-07F9-5F2A-D1ECAD5A2E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3949816"/>
              </p:ext>
            </p:extLst>
          </p:nvPr>
        </p:nvGraphicFramePr>
        <p:xfrm>
          <a:off x="3261033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3301BDC-76CF-7B64-DF34-232F1E9351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8577898"/>
              </p:ext>
            </p:extLst>
          </p:nvPr>
        </p:nvGraphicFramePr>
        <p:xfrm>
          <a:off x="894734" y="1826340"/>
          <a:ext cx="1995949" cy="2709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522323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Customer review with solid fill">
            <a:extLst>
              <a:ext uri="{FF2B5EF4-FFF2-40B4-BE49-F238E27FC236}">
                <a16:creationId xmlns:a16="http://schemas.microsoft.com/office/drawing/2014/main" id="{E1C08877-E585-BB08-9AFA-D7FE6020A0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7369" y="394126"/>
            <a:ext cx="914400" cy="914400"/>
          </a:xfrm>
          <a:prstGeom prst="rect">
            <a:avLst/>
          </a:prstGeo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83BDAA81-0480-3A94-4761-FB53D89AEE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5785554"/>
              </p:ext>
            </p:extLst>
          </p:nvPr>
        </p:nvGraphicFramePr>
        <p:xfrm>
          <a:off x="-258608" y="2900516"/>
          <a:ext cx="3549445" cy="3379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B5B24FB-9608-7263-E439-0C0AE948CE2B}"/>
              </a:ext>
            </a:extLst>
          </p:cNvPr>
          <p:cNvSpPr txBox="1"/>
          <p:nvPr/>
        </p:nvSpPr>
        <p:spPr>
          <a:xfrm>
            <a:off x="1602660" y="440787"/>
            <a:ext cx="95471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score falls from 4.29 (on time / early) to 2.57 the moment an order is late</a:t>
            </a:r>
            <a:endParaRPr lang="en-US" sz="2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57F127-BB48-1980-445C-5AE0BEE600C6}"/>
              </a:ext>
            </a:extLst>
          </p:cNvPr>
          <p:cNvSpPr txBox="1"/>
          <p:nvPr/>
        </p:nvSpPr>
        <p:spPr>
          <a:xfrm>
            <a:off x="447369" y="1697140"/>
            <a:ext cx="8728831" cy="723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Treat “days late” as the control variable: defend the estimated-delivery date and intervene before it is missed.</a:t>
            </a:r>
            <a:endParaRPr lang="en-US" sz="200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ADCE385-6499-E7FA-4962-9A60A0BA1944}"/>
              </a:ext>
            </a:extLst>
          </p:cNvPr>
          <p:cNvSpPr/>
          <p:nvPr/>
        </p:nvSpPr>
        <p:spPr>
          <a:xfrm>
            <a:off x="9260961" y="1308526"/>
            <a:ext cx="2114962" cy="91439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-1.72 drop in avg review score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905CAF-8D3B-AAC7-97F7-AD314B745D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2577136"/>
            <a:ext cx="8219767" cy="371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473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5A2D27-4816-DAD3-E153-1F8A05C73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69" y="258056"/>
            <a:ext cx="914479" cy="914479"/>
          </a:xfrm>
          <a:prstGeom prst="rect">
            <a:avLst/>
          </a:prstGeom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2E47621-6164-5940-E487-59CBFF77BF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7034599"/>
              </p:ext>
            </p:extLst>
          </p:nvPr>
        </p:nvGraphicFramePr>
        <p:xfrm>
          <a:off x="183535" y="1995948"/>
          <a:ext cx="3542891" cy="41393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D480BEA-ABFA-B8FD-71A5-BECBD2F321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8580" y="2008594"/>
            <a:ext cx="5444213" cy="38661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88C904-A298-1923-1405-9B3CFD2AC114}"/>
              </a:ext>
            </a:extLst>
          </p:cNvPr>
          <p:cNvSpPr txBox="1"/>
          <p:nvPr/>
        </p:nvSpPr>
        <p:spPr>
          <a:xfrm>
            <a:off x="1640346" y="434641"/>
            <a:ext cx="8536039" cy="363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Only 2,997 of 96,096 customers ever place a second order — the rest buy exactly once.</a:t>
            </a:r>
            <a:endParaRPr lang="en-US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5A68976-88CA-8EDE-0347-DED79B4606D0}"/>
              </a:ext>
            </a:extLst>
          </p:cNvPr>
          <p:cNvSpPr/>
          <p:nvPr/>
        </p:nvSpPr>
        <p:spPr>
          <a:xfrm>
            <a:off x="10386099" y="258056"/>
            <a:ext cx="1257352" cy="122903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3.12%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1B2D06-4B25-BDF4-2FA4-06DE3108C920}"/>
              </a:ext>
            </a:extLst>
          </p:cNvPr>
          <p:cNvSpPr txBox="1"/>
          <p:nvPr/>
        </p:nvSpPr>
        <p:spPr>
          <a:xfrm>
            <a:off x="1640346" y="957091"/>
            <a:ext cx="80345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Growth to date is almost entirely acquisition. Because a late first delivery costs ~1.7 stars, Decision 01 and this one reinforce each other: fixing delivery protects the repeat base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76856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5D2628-B48F-E922-916C-5F96DCE18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80" y="513695"/>
            <a:ext cx="914479" cy="914479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3A838D8-C43A-F9C0-0209-B0647056B5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0170459"/>
              </p:ext>
            </p:extLst>
          </p:nvPr>
        </p:nvGraphicFramePr>
        <p:xfrm>
          <a:off x="0" y="2300748"/>
          <a:ext cx="3887019" cy="39162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B312D674-934D-5218-22F8-6BF2595371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1755" y="1930086"/>
            <a:ext cx="6594335" cy="43665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7D8DEB-F6FF-052A-33E0-74632DF8457F}"/>
              </a:ext>
            </a:extLst>
          </p:cNvPr>
          <p:cNvSpPr txBox="1"/>
          <p:nvPr/>
        </p:nvSpPr>
        <p:spPr>
          <a:xfrm>
            <a:off x="1560051" y="561395"/>
            <a:ext cx="8439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90.1 % of orders contain exactly one item — basket-building is barely happening today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F5CE27-E7FC-5820-3E7D-F55DB12E3A4D}"/>
              </a:ext>
            </a:extLst>
          </p:cNvPr>
          <p:cNvSpPr txBox="1"/>
          <p:nvPr/>
        </p:nvSpPr>
        <p:spPr>
          <a:xfrm>
            <a:off x="1723755" y="1049533"/>
            <a:ext cx="6096000" cy="761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Add “frequently bought together” and curated bundles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Set a free-shipping threshold above the single-item price</a:t>
            </a:r>
            <a:endParaRPr lang="en-US" sz="1600" b="1" dirty="0"/>
          </a:p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D8466862-2073-0790-17D6-23111316F753}"/>
              </a:ext>
            </a:extLst>
          </p:cNvPr>
          <p:cNvSpPr/>
          <p:nvPr/>
        </p:nvSpPr>
        <p:spPr>
          <a:xfrm>
            <a:off x="7128387" y="1078114"/>
            <a:ext cx="2871020" cy="462116"/>
          </a:xfrm>
          <a:prstGeom prst="chevron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Suggestions </a:t>
            </a:r>
          </a:p>
        </p:txBody>
      </p:sp>
    </p:spTree>
    <p:extLst>
      <p:ext uri="{BB962C8B-B14F-4D97-AF65-F5344CB8AC3E}">
        <p14:creationId xmlns:p14="http://schemas.microsoft.com/office/powerpoint/2010/main" val="2256765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5E57ED-E065-B3DD-2B4D-0839022AD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96" y="1587894"/>
            <a:ext cx="6416603" cy="39799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65F49A-C010-63DD-9369-05420EB0EA09}"/>
              </a:ext>
            </a:extLst>
          </p:cNvPr>
          <p:cNvSpPr txBox="1"/>
          <p:nvPr/>
        </p:nvSpPr>
        <p:spPr>
          <a:xfrm>
            <a:off x="1876726" y="469179"/>
            <a:ext cx="3393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Seller's performance categories </a:t>
            </a:r>
          </a:p>
        </p:txBody>
      </p:sp>
      <p:pic>
        <p:nvPicPr>
          <p:cNvPr id="5" name="Graphic 4" descr="User with solid fill">
            <a:extLst>
              <a:ext uri="{FF2B5EF4-FFF2-40B4-BE49-F238E27FC236}">
                <a16:creationId xmlns:a16="http://schemas.microsoft.com/office/drawing/2014/main" id="{C89A28FA-4983-035D-8BD9-E77A23974A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839" y="196645"/>
            <a:ext cx="914400" cy="914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55D6DD-843D-FC9A-11D0-1FC3F5476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899" y="2151895"/>
            <a:ext cx="5498101" cy="255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184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DE1F12-1D16-F68D-D9B8-BB6677AF3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96" y="1632154"/>
            <a:ext cx="5330083" cy="32358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DE857C-0419-0A44-8FF9-87F33CC5F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65" y="1238865"/>
            <a:ext cx="6895235" cy="4183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CEA49F-5627-A382-B4C5-136F0C0DCAEC}"/>
              </a:ext>
            </a:extLst>
          </p:cNvPr>
          <p:cNvSpPr txBox="1"/>
          <p:nvPr/>
        </p:nvSpPr>
        <p:spPr>
          <a:xfrm>
            <a:off x="1455174" y="757084"/>
            <a:ext cx="2447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Top product categories </a:t>
            </a:r>
          </a:p>
        </p:txBody>
      </p:sp>
      <p:pic>
        <p:nvPicPr>
          <p:cNvPr id="6" name="Graphic 5" descr="Coins with solid fill">
            <a:extLst>
              <a:ext uri="{FF2B5EF4-FFF2-40B4-BE49-F238E27FC236}">
                <a16:creationId xmlns:a16="http://schemas.microsoft.com/office/drawing/2014/main" id="{0EC13C0E-D8AB-491D-2E27-8A520A962E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1277" y="52111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838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AD8AC4-4E4C-05E3-A9AB-0DAE5CC60305}"/>
              </a:ext>
            </a:extLst>
          </p:cNvPr>
          <p:cNvSpPr txBox="1"/>
          <p:nvPr/>
        </p:nvSpPr>
        <p:spPr>
          <a:xfrm>
            <a:off x="1348097" y="530629"/>
            <a:ext cx="4747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No. of customers in the geographical locations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6E33C-C504-1B4E-A309-6F7451AC3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21" y="258056"/>
            <a:ext cx="914479" cy="9144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C9F5E9-2031-1994-BA9F-773F3710C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802" y="1172535"/>
            <a:ext cx="7464308" cy="494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727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Classroom with solid fill">
            <a:extLst>
              <a:ext uri="{FF2B5EF4-FFF2-40B4-BE49-F238E27FC236}">
                <a16:creationId xmlns:a16="http://schemas.microsoft.com/office/drawing/2014/main" id="{CD057B36-8374-1B8F-00D1-B6915A8E59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8640" y="2145890"/>
            <a:ext cx="2052483" cy="2052483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E327CB-5851-C70D-7609-5DE219EC448A}"/>
              </a:ext>
            </a:extLst>
          </p:cNvPr>
          <p:cNvSpPr/>
          <p:nvPr/>
        </p:nvSpPr>
        <p:spPr>
          <a:xfrm>
            <a:off x="4552336" y="2064773"/>
            <a:ext cx="3962400" cy="21336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Time to demonstrate our website </a:t>
            </a:r>
          </a:p>
        </p:txBody>
      </p:sp>
    </p:spTree>
    <p:extLst>
      <p:ext uri="{BB962C8B-B14F-4D97-AF65-F5344CB8AC3E}">
        <p14:creationId xmlns:p14="http://schemas.microsoft.com/office/powerpoint/2010/main" val="1391524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42311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{D4DED041-6DB6-4429-BE6E-7F939CEE5210}TFb63a7776-4452-49b2-8055-21efce632b726e3c8758_win32-7d1db0309ca7</Template>
  <TotalTime>1050</TotalTime>
  <Words>328</Words>
  <Application>Microsoft Office PowerPoint</Application>
  <PresentationFormat>Widescreen</PresentationFormat>
  <Paragraphs>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Bookman Old Style</vt:lpstr>
      <vt:lpstr>Calibri</vt:lpstr>
      <vt:lpstr>Franklin Gothic Book</vt:lpstr>
      <vt:lpstr>Custom</vt:lpstr>
      <vt:lpstr>Data Visualization Design </vt:lpstr>
      <vt:lpstr>Team Members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 ravina</dc:creator>
  <cp:lastModifiedBy>just ravina</cp:lastModifiedBy>
  <cp:revision>13</cp:revision>
  <dcterms:created xsi:type="dcterms:W3CDTF">2026-09-09T01:18:46Z</dcterms:created>
  <dcterms:modified xsi:type="dcterms:W3CDTF">2026-09-11T14:47:23Z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